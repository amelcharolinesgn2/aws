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5143500" type="screen16x9"/>
  <p:notesSz cx="6858000" cy="9144000"/>
  <p:embeddedFontLst>
    <p:embeddedFont>
      <p:font typeface="Open Sans" panose="020B0604020202020204" charset="0"/>
      <p:regular r:id="rId16"/>
      <p:bold r:id="rId17"/>
      <p:italic r:id="rId18"/>
      <p:boldItalic r:id="rId19"/>
    </p:embeddedFont>
    <p:embeddedFont>
      <p:font typeface="맑은 고딕" panose="020B0503020000020004" pitchFamily="34" charset="-127"/>
      <p:regular r:id="rId20"/>
      <p:bold r:id="rId21"/>
    </p:embeddedFont>
    <p:embeddedFont>
      <p:font typeface="PT Sans Narrow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88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6337b9ef4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6337b9ef4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6337b9ef4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6337b9ef4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6337b9ef4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6337b9ef4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6337b9ef4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6337b9ef4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6337b9ef4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6337b9ef4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6337b9ef4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6337b9ef4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6337b9ef4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6337b9ef4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6337b9ef4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6337b9ef4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6337b9ef4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26337b9ef4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6337b9ef4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6337b9ef4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7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AWS VPC (Virtual Private Cloud)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7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660" dirty="0"/>
              <a:t>AWS VPC (Virtual Private Cloud)</a:t>
            </a:r>
            <a:endParaRPr sz="4660"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Building Secure and Scalable Cloud Networks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Amazon VPC?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5944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Amazon Virtual Private Cloud (VPC) is a </a:t>
            </a:r>
            <a:r>
              <a:rPr lang="en-GB" b="1"/>
              <a:t>logically isolated section</a:t>
            </a:r>
            <a:r>
              <a:rPr lang="en-GB"/>
              <a:t> of the AWS Cloud where you can define your virtual network.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Purpose</a:t>
            </a:r>
            <a:r>
              <a:rPr lang="en-GB"/>
              <a:t>:</a:t>
            </a: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Launch AWS resources in a secure and controlled environment.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Customize networking to meet specific requirements.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Use Cases:</a:t>
            </a:r>
            <a:endParaRPr b="1"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Hosting web applications securely.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Extending on-premises data centers to the cloud.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Creating multi-tier architectures.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100" y="1304825"/>
            <a:ext cx="3085501" cy="304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Benefits of Amazon VPC</a:t>
            </a: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5480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Isolation</a:t>
            </a:r>
            <a:r>
              <a:rPr lang="en-GB"/>
              <a:t>: Fully isolate resources for enhanced security.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Flexibility</a:t>
            </a:r>
            <a:r>
              <a:rPr lang="en-GB"/>
              <a:t>: Customize IP addressing, subnets, and routing.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Security</a:t>
            </a:r>
            <a:r>
              <a:rPr lang="en-GB"/>
              <a:t>: Leverage security groups and network ACLs.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Scalability</a:t>
            </a:r>
            <a:r>
              <a:rPr lang="en-GB"/>
              <a:t>: Expand resources as needed without manual reconfiguration.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5300" y="882750"/>
            <a:ext cx="3686275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Core Components of a VPC</a:t>
            </a: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Subnets</a:t>
            </a:r>
            <a:r>
              <a:rPr lang="en-GB"/>
              <a:t>: Public and private sub-networks within a VPC.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Route Tables:</a:t>
            </a:r>
            <a:r>
              <a:rPr lang="en-GB"/>
              <a:t> Rules for directing traffic within the network.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Internet Gateway (IGW): </a:t>
            </a:r>
            <a:r>
              <a:rPr lang="en-GB"/>
              <a:t>Access the internet from your VPC.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NAT Gateway:</a:t>
            </a:r>
            <a:r>
              <a:rPr lang="en-GB"/>
              <a:t> Allow private instances to initiate internet connections.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Elastic IP (EIP):</a:t>
            </a:r>
            <a:r>
              <a:rPr lang="en-GB"/>
              <a:t> Static public IP for resources.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Public and Private Subnets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033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Public Subnet: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Direct internet access via the Internet Gateway (IGW).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Ideal for web servers and other public-facing resources.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Private Subnet: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No direct internet access.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Used for sensitive resources like databases and backend systems.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l="3252" r="9327"/>
          <a:stretch/>
        </p:blipFill>
        <p:spPr>
          <a:xfrm>
            <a:off x="5345400" y="1266325"/>
            <a:ext cx="3653701" cy="3539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Security Features in VPC</a:t>
            </a: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285750"/>
            <a:ext cx="4965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Security Groups: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Instance-level firewall.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Controls inbound/outbound traffic.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Network ACLs (Access Control Lists):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Subnet-level firewall.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Allows/denies traffic at the subnet level.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700" y="1304825"/>
            <a:ext cx="3561900" cy="2732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to VPC</a:t>
            </a: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7034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Internet Gateway (IGW): </a:t>
            </a:r>
            <a:r>
              <a:rPr lang="en-GB"/>
              <a:t>Enables internet access for public subnets.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VPN and Direct Connect:</a:t>
            </a:r>
            <a:r>
              <a:rPr lang="en-GB"/>
              <a:t> Securely connect your on-premises network to AWS.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Peering Connections:</a:t>
            </a:r>
            <a:r>
              <a:rPr lang="en-GB"/>
              <a:t> Connect multiple VPCs for resource sharing.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300" y="1411700"/>
            <a:ext cx="4076425" cy="247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Advanced Networking in VPC</a:t>
            </a:r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121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NAT Gateway:</a:t>
            </a:r>
            <a:r>
              <a:rPr lang="en-GB"/>
              <a:t> Allow instances in private subnets to access the internet without exposing them.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Elastic Load Balancer (ELB): </a:t>
            </a:r>
            <a:r>
              <a:rPr lang="en-GB"/>
              <a:t>Distribute traffic across instances in public and private subnets.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VPC Endpoints:</a:t>
            </a:r>
            <a:r>
              <a:rPr lang="en-GB"/>
              <a:t> Privately connect VPC to AWS services without using IGW or NAT.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6475" y="1304825"/>
            <a:ext cx="3615125" cy="254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4353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VPC Use Cases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451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Web Hosting:</a:t>
            </a:r>
            <a:r>
              <a:rPr lang="en-GB"/>
              <a:t> Deploy scalable, secure web applications.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Hybrid Cloud:</a:t>
            </a:r>
            <a:r>
              <a:rPr lang="en-GB"/>
              <a:t> Extend on-premises networks using VPN or Direct Connect.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Data Analytics:</a:t>
            </a:r>
            <a:r>
              <a:rPr lang="en-GB"/>
              <a:t> Run secure data analysis workflows.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1925" y="749850"/>
            <a:ext cx="838500" cy="98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1925" y="2806525"/>
            <a:ext cx="838500" cy="982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1925" y="1731875"/>
            <a:ext cx="838500" cy="107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VPC Best Practices</a:t>
            </a:r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Design subnets for specific use cases (public, private, isolated).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Use least privilege principles with security groups and ACLs.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Monitor traffic using VPC Flow Logs.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Leverage NAT Gateways for secure internet access from private subnets.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Summery</a:t>
            </a:r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VPC provides isolated, secure, and customizable networking in AWS.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Plan and design the VPC architecture based on application needs.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Utilize security and monitoring tools to safeguard resources.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20732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545</Words>
  <Application>Microsoft Office PowerPoint</Application>
  <PresentationFormat>On-screen Show (16:9)</PresentationFormat>
  <Paragraphs>84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Open Sans</vt:lpstr>
      <vt:lpstr>맑은 고딕</vt:lpstr>
      <vt:lpstr>PT Sans Narrow</vt:lpstr>
      <vt:lpstr>Arial</vt:lpstr>
      <vt:lpstr>Tropic</vt:lpstr>
      <vt:lpstr>PowerPoint Presentation</vt:lpstr>
      <vt:lpstr>AWS VPC (Virtual Private Cloud)</vt:lpstr>
      <vt:lpstr>What is Amazon VPC?</vt:lpstr>
      <vt:lpstr>Key Benefits of Amazon VPC</vt:lpstr>
      <vt:lpstr>Core Components of a VPC</vt:lpstr>
      <vt:lpstr>Public and Private Subnets</vt:lpstr>
      <vt:lpstr>Security Features in VPC</vt:lpstr>
      <vt:lpstr>Connecting to VPC</vt:lpstr>
      <vt:lpstr>Advanced Networking in VPC</vt:lpstr>
      <vt:lpstr> VPC Use Cases</vt:lpstr>
      <vt:lpstr>VPC Best Practices</vt:lpstr>
      <vt:lpstr>Summery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2026-10-05T01:38:57Z</dcterms:modified>
</cp:coreProperties>
</file>