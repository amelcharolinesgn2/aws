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5143500" type="screen16x9"/>
  <p:notesSz cx="6858000" cy="9144000"/>
  <p:embeddedFontLst>
    <p:embeddedFont>
      <p:font typeface="Open Sans" panose="020B0604020202020204" charset="0"/>
      <p:regular r:id="rId18"/>
      <p:bold r:id="rId19"/>
      <p:italic r:id="rId20"/>
      <p:boldItalic r:id="rId21"/>
    </p:embeddedFont>
    <p:embeddedFont>
      <p:font typeface="맑은 고딕" panose="020B0503020000020004" pitchFamily="34" charset="-127"/>
      <p:regular r:id="rId22"/>
      <p:bold r:id="rId23"/>
    </p:embeddedFont>
    <p:embeddedFont>
      <p:font typeface="PT Sans Narrow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724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af9ca6283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af9ca6283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2af9ca6283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2af9ca6283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c714c59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2c714c596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af9ca6283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af9ca6283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af9ca6283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af9ca6283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af9ca6283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af9ca6283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f9ca6283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f9ca6283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af9ca6283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af9ca6283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af9ca628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af9ca628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af9ca6283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2af9ca6283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af9ca6283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af9ca6283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af9ca6283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af9ca6283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45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Understanding API Gateway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63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75" y="152400"/>
            <a:ext cx="89256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Understanding API Gateway</a:t>
            </a:r>
            <a:endParaRPr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Managing Communication in Modern Architectures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an API Gateway?</a:t>
            </a:r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</a:t>
            </a:r>
            <a:r>
              <a:rPr lang="en-GB" b="1"/>
              <a:t>API Gateway</a:t>
            </a:r>
            <a:r>
              <a:rPr lang="en-GB"/>
              <a:t> is a server that acts as an intermediary between clients and backend services, managing API calls, authentication, and traffic.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Core Functions: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Request routing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Authentication and authorization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Rate limiting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Caching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Monitoring and analytics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Real-World Examples:</a:t>
            </a:r>
            <a:r>
              <a:rPr lang="en-GB"/>
              <a:t> AWS API Gateway, Kong, Apigee, NGINX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9124" y="0"/>
            <a:ext cx="59483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Use an API Gateway?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Simplified Client Interaction: </a:t>
            </a:r>
            <a:r>
              <a:rPr lang="en-GB"/>
              <a:t>Combines multiple APIs into a single interface.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Enhanced Security:</a:t>
            </a:r>
            <a:r>
              <a:rPr lang="en-GB"/>
              <a:t> Centralized authentication and authorization mechanisms.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Scalability:</a:t>
            </a:r>
            <a:r>
              <a:rPr lang="en-GB"/>
              <a:t> Distributes traffic across backend services.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Monitoring:</a:t>
            </a:r>
            <a:r>
              <a:rPr lang="en-GB"/>
              <a:t> Tracks usage patterns and performance metrics.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Performance Optimization:</a:t>
            </a:r>
            <a:r>
              <a:rPr lang="en-GB"/>
              <a:t> Provides caching to reduce latency.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of API Gateway</a:t>
            </a: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Client:</a:t>
            </a:r>
            <a:r>
              <a:rPr lang="en-GB"/>
              <a:t> Sends requests to the API Gateway.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API Gateway:</a:t>
            </a:r>
            <a:r>
              <a:rPr lang="en-GB"/>
              <a:t> Processes the request, applies security checks, and routes it to the appropriate backend service.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Backend Services:</a:t>
            </a:r>
            <a:r>
              <a:rPr lang="en-GB"/>
              <a:t> Handle the actual functionality, such as database queries or business logic.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Response Flow:</a:t>
            </a:r>
            <a:r>
              <a:rPr lang="en-GB"/>
              <a:t> Backend -&gt; API Gateway -&gt; Client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 of an API Gateway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AutoNum type="arabicPeriod"/>
            </a:pPr>
            <a:r>
              <a:rPr lang="en-GB" sz="2300" b="1">
                <a:latin typeface="PT Sans Narrow"/>
                <a:ea typeface="PT Sans Narrow"/>
                <a:cs typeface="PT Sans Narrow"/>
                <a:sym typeface="PT Sans Narrow"/>
              </a:rPr>
              <a:t>Authentication and Authorization:</a:t>
            </a:r>
            <a:r>
              <a:rPr lang="en-GB" sz="2300">
                <a:latin typeface="PT Sans Narrow"/>
                <a:ea typeface="PT Sans Narrow"/>
                <a:cs typeface="PT Sans Narrow"/>
                <a:sym typeface="PT Sans Narrow"/>
              </a:rPr>
              <a:t> Ensures secure access to APIs.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AutoNum type="arabicPeriod"/>
            </a:pPr>
            <a:r>
              <a:rPr lang="en-GB" sz="2300" b="1">
                <a:latin typeface="PT Sans Narrow"/>
                <a:ea typeface="PT Sans Narrow"/>
                <a:cs typeface="PT Sans Narrow"/>
                <a:sym typeface="PT Sans Narrow"/>
              </a:rPr>
              <a:t>Rate Limiting:</a:t>
            </a:r>
            <a:r>
              <a:rPr lang="en-GB" sz="2300">
                <a:latin typeface="PT Sans Narrow"/>
                <a:ea typeface="PT Sans Narrow"/>
                <a:cs typeface="PT Sans Narrow"/>
                <a:sym typeface="PT Sans Narrow"/>
              </a:rPr>
              <a:t> Prevents abuse by limiting the number of requests.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AutoNum type="arabicPeriod"/>
            </a:pPr>
            <a:r>
              <a:rPr lang="en-GB" sz="2300" b="1">
                <a:latin typeface="PT Sans Narrow"/>
                <a:ea typeface="PT Sans Narrow"/>
                <a:cs typeface="PT Sans Narrow"/>
                <a:sym typeface="PT Sans Narrow"/>
              </a:rPr>
              <a:t>Load Balancing:</a:t>
            </a:r>
            <a:r>
              <a:rPr lang="en-GB" sz="2300">
                <a:latin typeface="PT Sans Narrow"/>
                <a:ea typeface="PT Sans Narrow"/>
                <a:cs typeface="PT Sans Narrow"/>
                <a:sym typeface="PT Sans Narrow"/>
              </a:rPr>
              <a:t> Distributes incoming requests across multiple backend services.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AutoNum type="arabicPeriod"/>
            </a:pPr>
            <a:r>
              <a:rPr lang="en-GB" sz="2300" b="1">
                <a:latin typeface="PT Sans Narrow"/>
                <a:ea typeface="PT Sans Narrow"/>
                <a:cs typeface="PT Sans Narrow"/>
                <a:sym typeface="PT Sans Narrow"/>
              </a:rPr>
              <a:t>Caching:</a:t>
            </a:r>
            <a:r>
              <a:rPr lang="en-GB" sz="2300">
                <a:latin typeface="PT Sans Narrow"/>
                <a:ea typeface="PT Sans Narrow"/>
                <a:cs typeface="PT Sans Narrow"/>
                <a:sym typeface="PT Sans Narrow"/>
              </a:rPr>
              <a:t> Reduces response times for repeated requests.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AutoNum type="arabicPeriod"/>
            </a:pPr>
            <a:r>
              <a:rPr lang="en-GB" sz="2300" b="1">
                <a:latin typeface="PT Sans Narrow"/>
                <a:ea typeface="PT Sans Narrow"/>
                <a:cs typeface="PT Sans Narrow"/>
                <a:sym typeface="PT Sans Narrow"/>
              </a:rPr>
              <a:t>Traffic Shaping:</a:t>
            </a:r>
            <a:r>
              <a:rPr lang="en-GB" sz="2300">
                <a:latin typeface="PT Sans Narrow"/>
                <a:ea typeface="PT Sans Narrow"/>
                <a:cs typeface="PT Sans Narrow"/>
                <a:sym typeface="PT Sans Narrow"/>
              </a:rPr>
              <a:t> Prioritizes specific API requests based on policies.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Arial"/>
              <a:buAutoNum type="arabicPeriod"/>
            </a:pPr>
            <a:r>
              <a:rPr lang="en-GB" sz="2300" b="1">
                <a:latin typeface="PT Sans Narrow"/>
                <a:ea typeface="PT Sans Narrow"/>
                <a:cs typeface="PT Sans Narrow"/>
                <a:sym typeface="PT Sans Narrow"/>
              </a:rPr>
              <a:t>Monitoring and Analytics:</a:t>
            </a:r>
            <a:r>
              <a:rPr lang="en-GB" sz="2300">
                <a:latin typeface="PT Sans Narrow"/>
                <a:ea typeface="PT Sans Narrow"/>
                <a:cs typeface="PT Sans Narrow"/>
                <a:sym typeface="PT Sans Narrow"/>
              </a:rPr>
              <a:t> Tracks performance and identifies bottlenecks.</a:t>
            </a:r>
            <a:endParaRPr sz="2300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API Gateway vs Reverse Proxy</a:t>
            </a: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API Gateway: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Manages multiple APIs.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Provides additional features like authentication, monitoring, and caching.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Specifically designed for API ecosystems.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Reverse Proxy: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Handles requests and forwards them to servers.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Primarily used for load balancing and SSL termination.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Key Difference: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API Gateways are specialized for API management, while reverse proxies are general-purpose tools.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 of Using API Gateways</a:t>
            </a:r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Centralized API Management: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Easier to manage and monitor multiple APIs.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Improved Security: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Single point for implementing security protocols.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High Availability: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Reduces downtime with load balancing.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Enhanced User Experience: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Faster response times with caching.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Seamless Integration: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Supports diverse backend services.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Use Cases for API Gateways</a:t>
            </a:r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AutoNum type="arabicPeriod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Microservices: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Manages communication between services.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AutoNum type="arabicPeriod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Serverless Applications: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Routes traffic to serverless functions.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AutoNum type="arabicPeriod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Mobile Applications: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Simplifies backend interactions for mobile apps.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AutoNum type="arabicPeriod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IoT Devices: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Handles high traffic from IoT devices efficiently.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AutoNum type="arabicPeriod"/>
            </a:pPr>
            <a:r>
              <a:rPr lang="en-GB" sz="1700" b="1">
                <a:latin typeface="Arial"/>
                <a:ea typeface="Arial"/>
                <a:cs typeface="Arial"/>
                <a:sym typeface="Arial"/>
              </a:rPr>
              <a:t>Third-Party Integrations: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 Provides a unified interface for external APIs.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Best Practices for API Gateways</a:t>
            </a:r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Secure API Endpoints: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Implement strong authentication mechanisms.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Enable Logging and Monitoring: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Track API usage and performance.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Optimize Caching: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Reduce latency and improve performance.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Set Rate Limits: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Prevent abuse and ensure fairness.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Plan for Scalability: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Design the gateway to handle traffic spikes.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Documentation: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Provide clear guidelines for developers.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Real-World API Gateway Providers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AWS API Gateway: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Fully managed service for building and deploying APIs.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Kong: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Open-source gateway with advanced plugins.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Apigee: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Google’s API management solution.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NGINX: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Combines reverse proxy with API management features.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Azure API Management: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Integrates seamlessly with Azure services.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Key Points: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API Gateways centralize and secure API traffic management.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They play a crucial role in modern architectures like microservices.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Action Item: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Explore API Gateway solutions for your next project.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263955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652</Words>
  <Application>Microsoft Office PowerPoint</Application>
  <PresentationFormat>On-screen Show (16:9)</PresentationFormat>
  <Paragraphs>95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Open Sans</vt:lpstr>
      <vt:lpstr>맑은 고딕</vt:lpstr>
      <vt:lpstr>PT Sans Narrow</vt:lpstr>
      <vt:lpstr>Arial</vt:lpstr>
      <vt:lpstr>Tropic</vt:lpstr>
      <vt:lpstr>PowerPoint Presentation</vt:lpstr>
      <vt:lpstr>PowerPoint Presentation</vt:lpstr>
      <vt:lpstr>Understanding API Gateway</vt:lpstr>
      <vt:lpstr>What is an API Gateway?</vt:lpstr>
      <vt:lpstr>PowerPoint Presentation</vt:lpstr>
      <vt:lpstr>Why Use an API Gateway?</vt:lpstr>
      <vt:lpstr>Architecture of API Gateway</vt:lpstr>
      <vt:lpstr>Key Features of an API Gateway</vt:lpstr>
      <vt:lpstr>API Gateway vs Reverse Proxy</vt:lpstr>
      <vt:lpstr>Benefits of Using API Gateways</vt:lpstr>
      <vt:lpstr>Common Use Cases for API Gateways</vt:lpstr>
      <vt:lpstr>Best Practices for API Gateways</vt:lpstr>
      <vt:lpstr>Real-World API Gateway Providers  </vt:lpstr>
      <vt:lpstr>Conclusion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2026-10-05T01:17:58Z</dcterms:modified>
</cp:coreProperties>
</file>