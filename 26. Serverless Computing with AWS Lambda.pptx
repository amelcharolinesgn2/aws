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</p:sldIdLst>
  <p:sldSz cx="9144000" cy="5143500" type="screen16x9"/>
  <p:notesSz cx="6858000" cy="9144000"/>
  <p:embeddedFontLst>
    <p:embeddedFont>
      <p:font typeface="Open Sans" panose="020B0604020202020204" charset="0"/>
      <p:regular r:id="rId34"/>
      <p:bold r:id="rId35"/>
      <p:italic r:id="rId36"/>
      <p:boldItalic r:id="rId37"/>
    </p:embeddedFont>
    <p:embeddedFont>
      <p:font typeface="맑은 고딕" panose="020B0503020000020004" pitchFamily="34" charset="-127"/>
      <p:regular r:id="rId38"/>
      <p:bold r:id="rId39"/>
    </p:embeddedFont>
    <p:embeddedFont>
      <p:font typeface="PT Sans Narrow" panose="020B0604020202020204" charset="0"/>
      <p:regular r:id="rId40"/>
      <p:bold r:id="rId41"/>
    </p:embeddedFont>
    <p:embeddedFont>
      <p:font typeface="Inter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613" autoAdjust="0"/>
  </p:normalViewPr>
  <p:slideViewPr>
    <p:cSldViewPr snapToGrid="0">
      <p:cViewPr varScale="1">
        <p:scale>
          <a:sx n="89" d="100"/>
          <a:sy n="89" d="100"/>
        </p:scale>
        <p:origin x="192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26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21731509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21731509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182943364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182943364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SLIDES_API207468737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SLIDES_API207468737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S_API20441061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S_API20441061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07a572a4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07a572a4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LIDES_API18047139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LIDES_API18047139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7a572a4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07a572a4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SLIDES_API66161613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SLIDES_API66161613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07a572a49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07a572a49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07a572a4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07a572a49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07a572a49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07a572a49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SLIDES_API192428247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SLIDES_API192428247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307a572a49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307a572a49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SLIDES_API66315333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SLIDES_API66315333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07a572a4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07a572a49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SLIDES_API110984089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SLIDES_API110984089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07a572a4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307a572a4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SLIDES_API107225546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SLIDES_API107225546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07a572a4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07a572a4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1eff216b2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31eff216b2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SLIDES_API150467668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SLIDES_API150467668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07a572a49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07a572a49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1eff216b2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31eff216b2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07a572a49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07a572a49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1eff216b2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31eff216b2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1eff216b2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31eff216b2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1eff216b2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1eff216b2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SLIDES_API111099885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SLIDES_API111099885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📣 This is </a:t>
            </a:r>
            <a:r>
              <a:rPr lang="en-GB" dirty="0" err="1"/>
              <a:t>Slido</a:t>
            </a:r>
            <a:r>
              <a:rPr lang="en-GB" dirty="0"/>
              <a:t> interaction slide, please don't delete it.</a:t>
            </a:r>
            <a:br>
              <a:rPr lang="en-GB" dirty="0"/>
            </a:br>
            <a:r>
              <a:rPr lang="en-GB" dirty="0"/>
              <a:t>✅ Click on 'Present with </a:t>
            </a:r>
            <a:r>
              <a:rPr lang="en-GB" dirty="0" err="1"/>
              <a:t>Slido</a:t>
            </a:r>
            <a:r>
              <a:rPr lang="en-GB" dirty="0"/>
              <a:t>' and the questions from your audience will appear when you get to this slide.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FqM21Lbmpjb1FOMVNSR1dPZHUzSGVKVERHc2Q3STF4R2o2RUlYS0t0OFh3Iiwic2xpZGVJZCI6IlNMSURFU19BUEkyMTczMTUwOTRfMCIsInR5cGUiOiJTbGlkb0pvaW5pbmc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hyperlink" Target="https://www.sli.do/features-google-slides?interaction-type=Sm9pbg%3D%3D" TargetMode="Externa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mMyMjkwOWExLWM2ZDktNGYyMC1iZWI3LTRmYTNhNjZhNjA1MSIsInByZXNlbnRhdGlvbklkIjoiMWozbUtuamNvUU4xU1JHV09kdTNIZUpUREdzZDdJMXhHajZFSVhLS3Q4WHciLCJzbGlkZUlkIjoiU0xJREVTX0FQSTE4Mjk0MzM2NDNfMCIsInRpbWVsaW5lIjpbeyJzaG93UmVzdWx0cyI6dHJ1ZSwicG9sbFF1ZXN0aW9uVXVpZCI6ImQxNTg1N2VkLWM3NDQtNDA2MS05ZDgxLTE4NDgzMmJiYWE3NyJ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cyZDdkM2I4LWFkMmEtNDhkOS05ODNhLTY1NTVlOWJlYzBlZSIsInByZXNlbnRhdGlvbklkIjoiMWozbUtuamNvUU4xU1JHV09kdTNIZUpUREdzZDdJMXhHajZFSVhLS3Q4WHciLCJzbGlkZUlkIjoiU0xJREVTX0FQSTIwNzQ2ODczNzJfMCIsInRpbWVsaW5lIjpbeyJzaG93UmVzdWx0cyI6dHJ1ZSwicG9sbFF1ZXN0aW9uVXVpZCI6ImQyMzM5MTc2LTc1YmMtNGI3NC04NDExLWEwN2M3NDVlZWFjMyJ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sli.do/features-google-slides?interaction-type=V29yZENsb3Vk" TargetMode="Externa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ViNDFkZWVlLThhYzMtNGNmMC04ZTU3LWE3YjRmZmY3MTg0NSIsInByZXNlbnRhdGlvbklkIjoiMWozbUtuamNvUU4xU1JHV09kdTNIZUpUREdzZDdJMXhHajZFSVhLS3Q4WHciLCJzbGlkZUlkIjoiU0xJREVTX0FQSTIwNDQxMDYxMjFfMCIsInRpbWVsaW5lIjpbeyJzaG93UmVzdWx0cyI6dHJ1ZSwicG9sbFF1ZXN0aW9uVXVpZCI6IjYzODNhNjFmLTBjY2YtNDFkMy1iZjcxLTU2NThiMmRkZDdjMCJ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MGE2MzBlNmQtZDhmMS00NGY5LTg4YjUtMjI0ZDdmMmI0YmQ3IiwicG9sbFV1aWQiOiI2NmM0YjBiMC0yNTFhLTQ4MGUtYmYwNS1lNTUwYzQ3OWE0YzQiLCJwcmVzZW50YXRpb25JZCI6IjFqM21Lbmpjb1FOMVNSR1dPZHUzSGVKVERHc2Q3STF4R2o2RUlYS0t0OFh3Iiwic2xpZGVJZCI6IlNMSURFU19BUEkxODA0NzEzOTJfMCIsInRpbWVsaW5lIjpbeyJzY3JlZW4iOiJRdWl6Sm9pbmluZyJ9LHsicG9sbFF1ZXN0aW9uVXVpZCI6IjBhNjMwZTZkLWQ4ZjEtNDRmOS04OGI1LTIyNGQ3ZjJiNGJkNyIsInNob3dDb3JyZWN0QW5zd2VycyI6ZmFsc2UsInNob3dSZXN1bHRzIjpmYWxzZSwidm90aW5nTG9ja2VkIjpmYWxzZX0seyJwb2xsUXVlc3Rpb25VdWlkIjoiMGE2MzBlNmQtZDhmMS00NGY5LTg4YjUtMjI0ZDdmMmI0YmQ3Iiwic2hvd0NvcnJlY3RBbnN3ZXJzIjpmYWxzZSwic2hvd1Jlc3VsdHMiOnRydWUsInZvdGluZ0xvY2tlZCI6dHJ1ZX0seyJwb2xsUXVlc3Rpb25VdWlkIjoiMGE2MzBlNmQtZDhmMS00NGY5LTg4YjUtMjI0ZDdmMmI0YmQ3Iiwic2hvd0NvcnJlY3RBbnN3ZXJzIjp0cnVlLCJzaG93UmVzdWx0cyI6dHJ1ZSwidm90aW5nTG9ja2VkIjp0cnVlfSx7InBvbGxRdWVzdGlvblV1aWQiOiIwYTYzMGU2ZC1kOGYxLTQ0ZjktODhiNS0yMjRkN2YyYjRiZDciLCJzY3JlZW4iOiJRdWl6SW50ZXJpbUxlYWRlcmJvYXJkIn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3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YTE1YTg5OTctMmM3ZC00NDA1LTgyMDUtNmJmMDViZTQxNzQ2IiwicG9sbFV1aWQiOiI2NmM0YjBiMC0yNTFhLTQ4MGUtYmYwNS1lNTUwYzQ3OWE0YzQiLCJwcmVzZW50YXRpb25JZCI6IjFqM21Lbmpjb1FOMVNSR1dPZHUzSGVKVERHc2Q3STF4R2o2RUlYS0t0OFh3Iiwic2xpZGVJZCI6IlNMSURFU19BUEk2NjE2MTYxMzFfMCIsInRpbWVsaW5lIjpbeyJzY3JlZW4iOiJRdWl6R2V0UmVhZHkifSx7InBvbGxRdWVzdGlvblV1aWQiOiJhMTVhODk5Ny0yYzdkLTQ0MDUtODIwNS02YmYwNWJlNDE3NDYiLCJzaG93Q29ycmVjdEFuc3dlcnMiOmZhbHNlLCJzaG93UmVzdWx0cyI6ZmFsc2UsInZvdGluZ0xvY2tlZCI6ZmFsc2V9LHsicG9sbFF1ZXN0aW9uVXVpZCI6ImExNWE4OTk3LTJjN2QtNDQwNS04MjA1LTZiZjA1YmU0MTc0NiIsInNob3dDb3JyZWN0QW5zd2VycyI6ZmFsc2UsInNob3dSZXN1bHRzIjp0cnVlLCJ2b3RpbmdMb2NrZWQiOnRydWV9LHsicG9sbFF1ZXN0aW9uVXVpZCI6ImExNWE4OTk3LTJjN2QtNDQwNS04MjA1LTZiZjA1YmU0MTc0NiIsInNob3dDb3JyZWN0QW5zd2VycyI6dHJ1ZSwic2hvd1Jlc3VsdHMiOnRydWUsInZvdGluZ0xvY2tlZCI6dHJ1ZX0seyJwb2xsUXVlc3Rpb25VdWlkIjoiYTE1YTg5OTctMmM3ZC00NDA1LTgyMDUtNmJmMDViZTQxNzQ2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ZDlhYjE2NjEtMmJlOC00ZmIzLWE2YmQtMWVkOWY1ZDdkYjdkIiwicG9sbFV1aWQiOiI2NmM0YjBiMC0yNTFhLTQ4MGUtYmYwNS1lNTUwYzQ3OWE0YzQiLCJwcmVzZW50YXRpb25JZCI6IjFqM21Lbmpjb1FOMVNSR1dPZHUzSGVKVERHc2Q3STF4R2o2RUlYS0t0OFh3Iiwic2xpZGVJZCI6IlNMSURFU19BUEkxOTI0MjgyNDc4XzAiLCJ0aW1lbGluZSI6W3sic2NyZWVuIjoiUXVpekdldFJlYWR5In0seyJwb2xsUXVlc3Rpb25VdWlkIjoiZDlhYjE2NjEtMmJlOC00ZmIzLWE2YmQtMWVkOWY1ZDdkYjdkIiwic2hvd0NvcnJlY3RBbnN3ZXJzIjpmYWxzZSwic2hvd1Jlc3VsdHMiOmZhbHNlLCJ2b3RpbmdMb2NrZWQiOmZhbHNlfSx7InBvbGxRdWVzdGlvblV1aWQiOiJkOWFiMTY2MS0yYmU4LTRmYjMtYTZiZC0xZWQ5ZjVkN2RiN2QiLCJzaG93Q29ycmVjdEFuc3dlcnMiOmZhbHNlLCJzaG93UmVzdWx0cyI6dHJ1ZSwidm90aW5nTG9ja2VkIjp0cnVlfSx7InBvbGxRdWVzdGlvblV1aWQiOiJkOWFiMTY2MS0yYmU4LTRmYjMtYTZiZC0xZWQ5ZjVkN2RiN2QiLCJzaG93Q29ycmVjdEFuc3dlcnMiOnRydWUsInNob3dSZXN1bHRzIjp0cnVlLCJ2b3RpbmdMb2NrZWQiOnRydWV9LHsicG9sbFF1ZXN0aW9uVXVpZCI6ImQ5YWIxNjYxLTJiZTgtNGZiMy1hNmJkLTFlZDlmNWQ3ZGI3Z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jhhY2Q2YWItZTNmYi00NjZlLTg3ZGYtN2RjZWM5MzJmZWJlIiwicG9sbFV1aWQiOiI2NmM0YjBiMC0yNTFhLTQ4MGUtYmYwNS1lNTUwYzQ3OWE0YzQiLCJwcmVzZW50YXRpb25JZCI6IjFqM21Lbmpjb1FOMVNSR1dPZHUzSGVKVERHc2Q3STF4R2o2RUlYS0t0OFh3Iiwic2xpZGVJZCI6IlNMSURFU19BUEk2NjMxNTMzMzJfMCIsInRpbWVsaW5lIjpbeyJzY3JlZW4iOiJRdWl6R2V0UmVhZHkifSx7InBvbGxRdWVzdGlvblV1aWQiOiIyOGFjZDZhYi1lM2ZiLTQ2NmUtODdkZi03ZGNlYzkzMmZlYmUiLCJzaG93Q29ycmVjdEFuc3dlcnMiOmZhbHNlLCJzaG93UmVzdWx0cyI6ZmFsc2UsInZvdGluZ0xvY2tlZCI6ZmFsc2V9LHsicG9sbFF1ZXN0aW9uVXVpZCI6IjI4YWNkNmFiLWUzZmItNDY2ZS04N2RmLTdkY2VjOTMyZmViZSIsInNob3dDb3JyZWN0QW5zd2VycyI6ZmFsc2UsInNob3dSZXN1bHRzIjp0cnVlLCJ2b3RpbmdMb2NrZWQiOnRydWV9LHsicG9sbFF1ZXN0aW9uVXVpZCI6IjI4YWNkNmFiLWUzZmItNDY2ZS04N2RmLTdkY2VjOTMyZmViZSIsInNob3dDb3JyZWN0QW5zd2VycyI6dHJ1ZSwic2hvd1Jlc3VsdHMiOnRydWUsInZvdGluZ0xvY2tlZCI6dHJ1ZX0seyJwb2xsUXVlc3Rpb25VdWlkIjoiMjhhY2Q2YWItZTNmYi00NjZlLTg3ZGYtN2RjZWM5MzJmZWJl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NWM4NmU4MGYtOWFhYS00NDIxLTgzNWUtNzdjOTk3YTc0Zjg0IiwicG9sbFV1aWQiOiI2NmM0YjBiMC0yNTFhLTQ4MGUtYmYwNS1lNTUwYzQ3OWE0YzQiLCJwcmVzZW50YXRpb25JZCI6IjFqM21Lbmpjb1FOMVNSR1dPZHUzSGVKVERHc2Q3STF4R2o2RUlYS0t0OFh3Iiwic2xpZGVJZCI6IlNMSURFU19BUEkxMTA5ODQwODkyXzAiLCJ0aW1lbGluZSI6W3sic2NyZWVuIjoiUXVpekdldFJlYWR5In0seyJwb2xsUXVlc3Rpb25VdWlkIjoiNWM4NmU4MGYtOWFhYS00NDIxLTgzNWUtNzdjOTk3YTc0Zjg0Iiwic2hvd0NvcnJlY3RBbnN3ZXJzIjpmYWxzZSwic2hvd1Jlc3VsdHMiOmZhbHNlLCJ2b3RpbmdMb2NrZWQiOmZhbHNlfSx7InBvbGxRdWVzdGlvblV1aWQiOiI1Yzg2ZTgwZi05YWFhLTQ0MjEtODM1ZS03N2M5OTdhNzRmODQiLCJzaG93Q29ycmVjdEFuc3dlcnMiOmZhbHNlLCJzaG93UmVzdWx0cyI6dHJ1ZSwidm90aW5nTG9ja2VkIjp0cnVlfSx7InBvbGxRdWVzdGlvblV1aWQiOiI1Yzg2ZTgwZi05YWFhLTQ0MjEtODM1ZS03N2M5OTdhNzRmODQiLCJzaG93Q29ycmVjdEFuc3dlcnMiOnRydWUsInNob3dSZXN1bHRzIjp0cnVlLCJ2b3RpbmdMb2NrZWQiOnRydWV9LHsicG9sbFF1ZXN0aW9uVXVpZCI6IjVjODZlODBmLTlhYWEtNDQyMS04MzVlLTc3Yzk5N2E3NGY4N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ODliNGI5ZTUtMzgxYi00ODc1LTg3MWMtODhlZTE3NzFmODM4IiwicG9sbFV1aWQiOiI2NmM0YjBiMC0yNTFhLTQ4MGUtYmYwNS1lNTUwYzQ3OWE0YzQiLCJwcmVzZW50YXRpb25JZCI6IjFqM21Lbmpjb1FOMVNSR1dPZHUzSGVKVERHc2Q3STF4R2o2RUlYS0t0OFh3Iiwic2xpZGVJZCI6IlNMSURFU19BUEkxMDcyMjU1NDY3XzAiLCJ0aW1lbGluZSI6W3sic2NyZWVuIjoiUXVpekdldFJlYWR5In0seyJwb2xsUXVlc3Rpb25VdWlkIjoiODliNGI5ZTUtMzgxYi00ODc1LTg3MWMtODhlZTE3NzFmODM4Iiwic2hvd0NvcnJlY3RBbnN3ZXJzIjpmYWxzZSwic2hvd1Jlc3VsdHMiOmZhbHNlLCJ2b3RpbmdMb2NrZWQiOmZhbHNlfSx7InBvbGxRdWVzdGlvblV1aWQiOiI4OWI0YjllNS0zODFiLTQ4NzUtODcxYy04OGVlMTc3MWY4MzgiLCJzaG93Q29ycmVjdEFuc3dlcnMiOmZhbHNlLCJzaG93UmVzdWx0cyI6dHJ1ZSwidm90aW5nTG9ja2VkIjp0cnVlfSx7InBvbGxRdWVzdGlvblV1aWQiOiI4OWI0YjllNS0zODFiLTQ4NzUtODcxYy04OGVlMTc3MWY4MzgiLCJzaG93Q29ycmVjdEFuc3dlcnMiOnRydWUsInNob3dSZXN1bHRzIjp0cnVlLCJ2b3RpbmdMb2NrZWQiOnRydWV9LHsicG9sbFF1ZXN0aW9uVXVpZCI6Ijg5YjRiOWU1LTM4MWItNDg3NS04NzFjLTg4ZWUxNzcxZjgzOCIsInNjcmVlbiI6IlF1aXpJbnRlcmltTGVhZGVyYm9hcmQifV0sInR5cGUiOiJTbGlkb1BvbGwifQ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3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TMzZWNmOWMtNGMzYi00NTgyLWFmZTYtZDBiYzU2NTBjZGI0IiwicG9sbFV1aWQiOiI2NmM0YjBiMC0yNTFhLTQ4MGUtYmYwNS1lNTUwYzQ3OWE0YzQiLCJwcmVzZW50YXRpb25JZCI6IjFqM21Lbmpjb1FOMVNSR1dPZHUzSGVKVERHc2Q3STF4R2o2RUlYS0t0OFh3Iiwic2xpZGVJZCI6IlNMSURFU19BUEkxNTA0Njc2NjgwXzAiLCJ0aW1lbGluZSI6W3sic2NyZWVuIjoiUXVpekdldFJlYWR5In0seyJwb2xsUXVlc3Rpb25VdWlkIjoiMTMzZWNmOWMtNGMzYi00NTgyLWFmZTYtZDBiYzU2NTBjZGI0Iiwic2hvd0NvcnJlY3RBbnN3ZXJzIjpmYWxzZSwic2hvd1Jlc3VsdHMiOmZhbHNlLCJ2b3RpbmdMb2NrZWQiOmZhbHNlfSx7InBvbGxRdWVzdGlvblV1aWQiOiIxMzNlY2Y5Yy00YzNiLTQ1ODItYWZlNi1kMGJjNTY1MGNkYjQiLCJzaG93Q29ycmVjdEFuc3dlcnMiOmZhbHNlLCJzaG93UmVzdWx0cyI6dHJ1ZSwidm90aW5nTG9ja2VkIjp0cnVlfSx7InBvbGxRdWVzdGlvblV1aWQiOiIxMzNlY2Y5Yy00YzNiLTQ1ODItYWZlNi1kMGJjNTY1MGNkYjQiLCJzaG93Q29ycmVjdEFuc3dlcnMiOnRydWUsInNob3dSZXN1bHRzIjp0cnVlLCJ2b3RpbmdMb2NrZWQiOnRydWV9LHsicG9sbFF1ZXN0aW9uVXVpZCI6IjEzM2VjZjljLTRjM2ItNDU4Mi1hZmU2LWQwYmM1NjUwY2RiNCIsInNjcmVlbiI6IlF1aXpMZWFkZXJib2FyZCIsInNob3dDb3JyZWN0QW5zd2VycyI6dHJ1ZSwic2hvd1Jlc3VsdHMiOnRydWUsInZvdGluZ0xvY2tlZCI6dHJ1ZX1dLCJ0eXBlIjoiU2xpZG9Qb2xsIn0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FqM21Lbmpjb1FOMVNSR1dPZHUzSGVKVERHc2Q3STF4R2o2RUlYS0t0OFh3Iiwic2xpZGVJZCI6IlNMSURFU19BUEkxMTEwOTk4ODU3XzAiLCJ0eXBlIjoiU2xpZG9RQS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8.png"/><Relationship Id="rId4" Type="http://schemas.openxmlformats.org/officeDocument/2006/relationships/hyperlink" Target="https://www.sli.do/features-google-slides?interaction-type=UUE%3D" TargetMode="External"/><Relationship Id="rId9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17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 dirty="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 dirty="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 dirty="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1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 smtClean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sz="3600" b="1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5265" y="2531547"/>
            <a:ext cx="3084173" cy="1671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4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many hours have you been code?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2" name="Google Shape;92;p15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your expected salary?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4" name="Google Shape;104;p16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Why do we need CI CD?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ctrTitle"/>
          </p:nvPr>
        </p:nvSpPr>
        <p:spPr>
          <a:xfrm>
            <a:off x="635225" y="1760125"/>
            <a:ext cx="80154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59"/>
              <a:t>Serverless Computing with AWS Lambda</a:t>
            </a:r>
            <a:endParaRPr sz="4059"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1972575" y="2850050"/>
            <a:ext cx="5223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Run applications without managing Infrastructure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100" y="1304825"/>
            <a:ext cx="2386499" cy="238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141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Serverless computing allows you to </a:t>
            </a:r>
            <a:r>
              <a:rPr lang="en-GB" b="1"/>
              <a:t>build and run applications without managing servers</a:t>
            </a:r>
            <a:r>
              <a:rPr lang="en-GB"/>
              <a:t>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The cloud provider handles the infrastructure, scaling, and maintenance.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Benefits: Reduced operational cost, automatic scaling, and faster time to market.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Serverless Computing?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9" name="Google Shape;129;p19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the main advantage of serverless computing?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Characteristics of Serverless</a:t>
            </a: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No server management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Flexible scaling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Pay-as-you-go pricing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High availability and fault tolerance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of the following is NOT a characteristic of serverless computing?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Q1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What is the primary characteristic of serverless computing?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No servers are used at all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Developers manage the infrastructure manually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Automatic scaling and event-driven execution 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It only supports AWS services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Q1 Answer</a:t>
            </a:r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What is the primary characteristic of serverless computing?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No servers are used at all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Developers manage the infrastructure manually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Automatic scaling and event-driven execution </a:t>
            </a:r>
            <a:r>
              <a:rPr lang="en-GB" i="1"/>
              <a:t>(Correct)</a:t>
            </a:r>
            <a:endParaRPr i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AutoNum type="arabicPeriod"/>
            </a:pPr>
            <a:r>
              <a:rPr lang="en-GB"/>
              <a:t>It only supports AWS services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AWS Lambda?</a:t>
            </a:r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5224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AWS Lambda is a compute service that runs code without provisioning or managing servers.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Functions execute automatically in response to events. (like image upload)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Supported languages include Python, Node.js, Java, Go, Ruby, and C#.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900" y="1353550"/>
            <a:ext cx="2436399" cy="243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25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AWS Lambda runs code in response to: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1" name="Google Shape;18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5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AWS Lambda Works</a:t>
            </a:r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/>
              <a:t>Developer writes a function and deploys it.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/>
              <a:t>An event (such as an API call, S3 file upload) triggers the function.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/>
              <a:t>Lambda executes the function in </a:t>
            </a:r>
            <a:r>
              <a:rPr lang="en-GB" b="1"/>
              <a:t>an isolated environment</a:t>
            </a:r>
            <a:r>
              <a:rPr lang="en-GB"/>
              <a:t>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-GB"/>
              <a:t>The function runs and then scales automatically based on demand.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27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service can trigger AWS Lambda?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9" name="Google Shape;19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Lambda Use Cases</a:t>
            </a:r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Real-time file processing (e.g., image or video uploads)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Data transformation and ETL (Extract, transform, and load) workflows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Backend for web and mobile applications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IoT backends and automated backups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is NOT a common use case for AWS Lambda?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7" name="Google Shape;21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Serverless Architecture with AWS Lambda</a:t>
            </a:r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066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AWS Lambda integrates with API Gateway for RESTful APIs.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DynamoDB for data storage.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Amazon S3 for object storage.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Amazon SNS for notifications.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6" name="Google Shape;2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625" y="1304825"/>
            <a:ext cx="4745976" cy="321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31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3" name="Google Shape;233;p31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1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service is commonly used with AWS Lambda for data storage?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31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7" name="Google Shape;237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1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Lambda Pricing</a:t>
            </a:r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295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Pricing is based on the number of requests and duration of code execution.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First 1M requests per month are free.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/>
              <a:t>Duration is calculated from code execution start to end.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5" name="Google Shape;2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100" y="1266325"/>
            <a:ext cx="3302450" cy="222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2" name="Google Shape;25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34" y="0"/>
            <a:ext cx="842453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3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AWS Lambda pricing depends on: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3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2" name="Google Shape;26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4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 Questions (Scenario-Based)</a:t>
            </a:r>
            <a:endParaRPr/>
          </a:p>
        </p:txBody>
      </p:sp>
      <p:sp>
        <p:nvSpPr>
          <p:cNvPr id="270" name="Google Shape;270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 company wants to build a serverless image processing pipeline that automatically resizes images when uploaded to an S3 bucket. Which AWS services should they use, and why?</a:t>
            </a:r>
            <a:br>
              <a:rPr lang="en-GB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 Questions (Scenario-Based)</a:t>
            </a:r>
            <a:endParaRPr/>
          </a:p>
        </p:txBody>
      </p:sp>
      <p:sp>
        <p:nvSpPr>
          <p:cNvPr id="276" name="Google Shape;276;p3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 company wants to build a serverless image processing pipeline that automatically resizes images when uploaded to an S3 bucket. Which AWS services should they use, and why?</a:t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r>
              <a:rPr lang="en-GB"/>
              <a:t>They should use Amazon S3 for file storage and AWS Lambda to process and resize images when a new file is uploaded. Lambda can be triggered by S3 events, enabling real-time processing without server management</a:t>
            </a:r>
            <a:br>
              <a:rPr lang="en-GB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Q2</a:t>
            </a:r>
            <a:endParaRPr/>
          </a:p>
        </p:txBody>
      </p:sp>
      <p:sp>
        <p:nvSpPr>
          <p:cNvPr id="282" name="Google Shape;282;p3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Your team is developing a mobile application that needs a serverless backend for user authentication, data storage, and sending notifications. Recommend AWS services to fulfill these requirements.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Q2</a:t>
            </a:r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team is developing a mobile application that needs a serverless backend for user authentication, data storage, and sending notifications. Recommend AWS services to fulfill these requirements.</a:t>
            </a:r>
            <a:br>
              <a:rPr lang="en-GB"/>
            </a:b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AWS Lambda for backend logic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DynamoDB for data storage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Cognito for user authentication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SNS for sending notifications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Q3</a:t>
            </a:r>
            <a:endParaRPr/>
          </a:p>
        </p:txBody>
      </p:sp>
      <p:sp>
        <p:nvSpPr>
          <p:cNvPr id="294" name="Google Shape;294;p3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 client wants a cost-effective solution that sends customized emails to users based on new entries in a database. What serverless approach would you recommend?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Q3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client wants a cost-effective solution that sends customized emails to users based on new entries in a database. What serverless approach would you recommend?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DynamoDB for database entries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AWS Lambda triggered by database changes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SES (Simple Email Service) for sending customized emails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41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7" name="Google Shape;307;p41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1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Audience Q&amp;A</a:t>
            </a:r>
            <a:endParaRPr sz="3600" b="1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41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405019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1116</Words>
  <Application>Microsoft Office PowerPoint</Application>
  <PresentationFormat>On-screen Show (16:9)</PresentationFormat>
  <Paragraphs>153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Open Sans</vt:lpstr>
      <vt:lpstr>맑은 고딕</vt:lpstr>
      <vt:lpstr>PT Sans Narrow</vt:lpstr>
      <vt:lpstr>Inter</vt:lpstr>
      <vt:lpstr>Arial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Serverless Computing with AWS Lambda</vt:lpstr>
      <vt:lpstr>What is Serverless Computing?</vt:lpstr>
      <vt:lpstr>PowerPoint Presentation</vt:lpstr>
      <vt:lpstr>Key Characteristics of Serverless</vt:lpstr>
      <vt:lpstr>PowerPoint Presentation</vt:lpstr>
      <vt:lpstr>Q1</vt:lpstr>
      <vt:lpstr>Q1 Answer</vt:lpstr>
      <vt:lpstr>What is AWS Lambda?</vt:lpstr>
      <vt:lpstr>PowerPoint Presentation</vt:lpstr>
      <vt:lpstr>How AWS Lambda Works</vt:lpstr>
      <vt:lpstr>PowerPoint Presentation</vt:lpstr>
      <vt:lpstr>AWS Lambda Use Cases</vt:lpstr>
      <vt:lpstr>PowerPoint Presentation</vt:lpstr>
      <vt:lpstr>Serverless Architecture with AWS Lambda</vt:lpstr>
      <vt:lpstr>PowerPoint Presentation</vt:lpstr>
      <vt:lpstr>AWS Lambda Pricing</vt:lpstr>
      <vt:lpstr>PowerPoint Presentation</vt:lpstr>
      <vt:lpstr>PowerPoint Presentation</vt:lpstr>
      <vt:lpstr>Exam Questions (Scenario-Based)</vt:lpstr>
      <vt:lpstr>Exam Questions (Scenario-Based)</vt:lpstr>
      <vt:lpstr>Q2</vt:lpstr>
      <vt:lpstr>Q2</vt:lpstr>
      <vt:lpstr>Q3</vt:lpstr>
      <vt:lpstr>Q3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3</cp:revision>
  <dcterms:modified xsi:type="dcterms:W3CDTF">2026-10-05T01:32:45Z</dcterms:modified>
</cp:coreProperties>
</file>