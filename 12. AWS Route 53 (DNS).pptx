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5143500" type="screen16x9"/>
  <p:notesSz cx="6858000" cy="9144000"/>
  <p:embeddedFontLst>
    <p:embeddedFont>
      <p:font typeface="Open Sans" panose="020B0604020202020204" charset="0"/>
      <p:regular r:id="rId17"/>
      <p:bold r:id="rId18"/>
      <p:italic r:id="rId19"/>
      <p:boldItalic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PT Sans Narrow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57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7cfa70e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7cfa70e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27cfa70e5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27cfa70e5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7cfa70e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27cfa70e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27cfa70e5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27cfa70e5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27cfa70e5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27cfa70e5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27cfa70e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27cfa70e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27cfa70e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27cfa70e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27cfa70e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27cfa70e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27cfa70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27cfa70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27cfa70e5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27cfa70e5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7cfa70e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7cfa70e5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1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AWS Route 53 (DNS)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16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AWS Route 53 (DNS)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Enhancing Domain Management and Global Traffic Optimization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Introduction to Route 53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Features and Benefits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Routing Policies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Hosted Zones and Record Types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Integration with AWS Services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Cases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Real-World Examples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Demo (Optional)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Summary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Route 53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965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highly available and scalable </a:t>
            </a:r>
            <a:r>
              <a:rPr lang="en-GB" b="1"/>
              <a:t>Domain Name System (DNS) </a:t>
            </a:r>
            <a:r>
              <a:rPr lang="en-GB"/>
              <a:t>web service from AWS.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Primary Functions: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Domain registration.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DNS routing.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Health checks and traffic management.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Why Route 53?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Global availability.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Seamless integration with AWS services.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Highly reliable and secure.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700" y="1496125"/>
            <a:ext cx="2503825" cy="25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and Benefits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Features: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Domain Registration:</a:t>
            </a:r>
            <a:r>
              <a:rPr lang="en-GB"/>
              <a:t> Register and manage domain names directly from AWS.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DNS Management:</a:t>
            </a:r>
            <a:r>
              <a:rPr lang="en-GB"/>
              <a:t> Create and manage DNS records for domains.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Health Checks:</a:t>
            </a:r>
            <a:r>
              <a:rPr lang="en-GB"/>
              <a:t> Monitor the health of resources and reroute traffic if needed.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Traffic Flow: </a:t>
            </a:r>
            <a:r>
              <a:rPr lang="en-GB"/>
              <a:t>Optimize traffic globally with routing policies.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Integration: </a:t>
            </a:r>
            <a:r>
              <a:rPr lang="en-GB"/>
              <a:t>Works seamlessly with other AWS services.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Benefits: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High Availability: </a:t>
            </a:r>
            <a:r>
              <a:rPr lang="en-GB"/>
              <a:t>Built-in redundancy for reliable DNS service.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Scalability:</a:t>
            </a:r>
            <a:r>
              <a:rPr lang="en-GB"/>
              <a:t> Supports traffic for large-scale applications.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Security: </a:t>
            </a:r>
            <a:r>
              <a:rPr lang="en-GB"/>
              <a:t>DNSSEC support for secure DNS management.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Routing Policies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Simple Routing:</a:t>
            </a:r>
            <a:r>
              <a:rPr lang="en-GB"/>
              <a:t> Basic DNS resolution for a single resource.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Weighted Routing: </a:t>
            </a:r>
            <a:r>
              <a:rPr lang="en-GB"/>
              <a:t>Distribute traffic based on assigned weights.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Latency Routing:</a:t>
            </a:r>
            <a:r>
              <a:rPr lang="en-GB"/>
              <a:t> Directs traffic to the region with the lowest latency.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Geolocation Routing: </a:t>
            </a:r>
            <a:r>
              <a:rPr lang="en-GB"/>
              <a:t>Routes traffic based on user location.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Failover Routing:</a:t>
            </a:r>
            <a:r>
              <a:rPr lang="en-GB"/>
              <a:t> Ensures high availability by redirecting traffic to a backup resource.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Multi-Value Answer: </a:t>
            </a:r>
            <a:r>
              <a:rPr lang="en-GB"/>
              <a:t>Returns multiple IP addresses for redundancy.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Hosted Zones and Record Types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Hosted Zones: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Public Hosted Zone</a:t>
            </a:r>
            <a:r>
              <a:rPr lang="en-GB"/>
              <a:t>: Manages DNS records for domains accessible on the internet.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Private Hosted Zone</a:t>
            </a:r>
            <a:r>
              <a:rPr lang="en-GB"/>
              <a:t>: Manages DNS records for internal AWS resources.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Record Types: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A (Address Record)</a:t>
            </a:r>
            <a:r>
              <a:rPr lang="en-GB"/>
              <a:t>: Maps domain to an </a:t>
            </a:r>
            <a:r>
              <a:rPr lang="en-GB" b="1"/>
              <a:t>IPv4</a:t>
            </a:r>
            <a:r>
              <a:rPr lang="en-GB"/>
              <a:t> address.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AAAA:</a:t>
            </a:r>
            <a:r>
              <a:rPr lang="en-GB"/>
              <a:t> Maps domain to an </a:t>
            </a:r>
            <a:r>
              <a:rPr lang="en-GB" b="1"/>
              <a:t>IPv6</a:t>
            </a:r>
            <a:r>
              <a:rPr lang="en-GB"/>
              <a:t> address.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CNAME</a:t>
            </a:r>
            <a:r>
              <a:rPr lang="en-GB"/>
              <a:t>: Alias for </a:t>
            </a:r>
            <a:r>
              <a:rPr lang="en-GB" b="1"/>
              <a:t>another domain</a:t>
            </a:r>
            <a:r>
              <a:rPr lang="en-GB"/>
              <a:t> name.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MX</a:t>
            </a:r>
            <a:r>
              <a:rPr lang="en-GB"/>
              <a:t>: Mail exchange server.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TXT</a:t>
            </a:r>
            <a:r>
              <a:rPr lang="en-GB"/>
              <a:t>: Holds text information for </a:t>
            </a:r>
            <a:r>
              <a:rPr lang="en-GB" b="1"/>
              <a:t>verification </a:t>
            </a:r>
            <a:r>
              <a:rPr lang="en-GB"/>
              <a:t>or other purposes.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Integration with AWS Services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Works seamlessly with services like: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Elastic Load Balancer (ELB)</a:t>
            </a:r>
            <a:r>
              <a:rPr lang="en-GB"/>
              <a:t> for distributing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CloudFront</a:t>
            </a:r>
            <a:r>
              <a:rPr lang="en-GB"/>
              <a:t> for content delivery.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S3 </a:t>
            </a:r>
            <a:r>
              <a:rPr lang="en-GB"/>
              <a:t>for static website hosting.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Enables advanced configurations: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Automatically updates DNS records for Auto Scaling groups.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Secure domain connections with </a:t>
            </a:r>
            <a:r>
              <a:rPr lang="en-GB" b="1"/>
              <a:t>ACM</a:t>
            </a:r>
            <a:r>
              <a:rPr lang="en-GB"/>
              <a:t> (provides SSL).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Cases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E-commerce Platforms: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Efficiently handle global traffic with </a:t>
            </a:r>
            <a:r>
              <a:rPr lang="en-GB" b="1"/>
              <a:t>geolocation routing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Global Applications: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Ensure low-latency access using </a:t>
            </a:r>
            <a:r>
              <a:rPr lang="en-GB" b="1"/>
              <a:t>latency-based routing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Disaster Recovery: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Maintain availability using </a:t>
            </a:r>
            <a:r>
              <a:rPr lang="en-GB" b="1"/>
              <a:t>failover routing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Example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 global SaaS provider uses Route 53 for: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Managing domains across regions.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Ensuring high availability with failover routing.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Optimizing user experience with latency-based routing.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Metrics: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Improved global accessibility.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99.99% uptime for critical applications.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 Create a hosted zone in the AWS Management Console.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2: Add DNS records (A, CNAME, etc.).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3: Configure routing policies.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4: Test DNS resolution using tools like nslookup.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DNS Lookup Process</a:t>
            </a:r>
            <a:endParaRPr dirty="0"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/>
          </a:blip>
          <a:srcRect t="14673" b="5076"/>
          <a:stretch/>
        </p:blipFill>
        <p:spPr>
          <a:xfrm>
            <a:off x="0" y="1152426"/>
            <a:ext cx="9144000" cy="358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Route 53 offers a scalable and reliable DNS service.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advanced traffic management with various routing policies.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Seamless integration with AWS services ensures global optimization.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47451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625</Words>
  <Application>Microsoft Office PowerPoint</Application>
  <PresentationFormat>On-screen Show (16:9)</PresentationFormat>
  <Paragraphs>110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Open Sans</vt:lpstr>
      <vt:lpstr>맑은 고딕</vt:lpstr>
      <vt:lpstr>PT Sans Narrow</vt:lpstr>
      <vt:lpstr>Arial</vt:lpstr>
      <vt:lpstr>Tropic</vt:lpstr>
      <vt:lpstr>PowerPoint Presentation</vt:lpstr>
      <vt:lpstr>AWS Route 53 (DNS)</vt:lpstr>
      <vt:lpstr>Agenda</vt:lpstr>
      <vt:lpstr>Amazon Route 53</vt:lpstr>
      <vt:lpstr>Key Features and Benefits</vt:lpstr>
      <vt:lpstr>Routing Policies</vt:lpstr>
      <vt:lpstr>Hosted Zones and Record Types</vt:lpstr>
      <vt:lpstr>Integration with AWS Services</vt:lpstr>
      <vt:lpstr>Use Cases</vt:lpstr>
      <vt:lpstr>Real-World Example  </vt:lpstr>
      <vt:lpstr>Demo </vt:lpstr>
      <vt:lpstr>DNS Lookup Process</vt:lpstr>
      <vt:lpstr>Summary 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2026-10-05T01:13:07Z</dcterms:modified>
</cp:coreProperties>
</file>