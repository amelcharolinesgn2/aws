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9144000" cy="5143500" type="screen16x9"/>
  <p:notesSz cx="6858000" cy="9144000"/>
  <p:embeddedFontLst>
    <p:embeddedFont>
      <p:font typeface="Open Sans" panose="020B0604020202020204" charset="0"/>
      <p:regular r:id="rId17"/>
      <p:bold r:id="rId18"/>
      <p:italic r:id="rId19"/>
      <p:boldItalic r:id="rId20"/>
    </p:embeddedFont>
    <p:embeddedFont>
      <p:font typeface="맑은 고딕" panose="020B0503020000020004" pitchFamily="34" charset="-127"/>
      <p:regular r:id="rId21"/>
      <p:bold r:id="rId22"/>
    </p:embeddedFont>
    <p:embeddedFont>
      <p:font typeface="PT Sans Narrow" panose="020B0604020202020204" charset="0"/>
      <p:regular r:id="rId23"/>
      <p:bold r:id="rId24"/>
    </p:embeddedFont>
    <p:embeddedFont>
      <p:font typeface="Inter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89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c888b8329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c888b8329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cba05ee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cba05ee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c888b832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c888b8329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c888b8329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c888b8329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c888b8329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c888b8329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c888b8329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2c888b8329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c888b8329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c888b8329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c888b8329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2c888b8329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c888b8329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2c888b8329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c888b8329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c888b8329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c888b8329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2c888b8329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560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 err="1"/>
              <a:t>CloudFront</a:t>
            </a:r>
            <a:r>
              <a:rPr lang="en-GB" dirty="0"/>
              <a:t>: Your Content Delivery Superhero!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44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0" y="1751775"/>
            <a:ext cx="91023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059" dirty="0" err="1"/>
              <a:t>CloudFront</a:t>
            </a:r>
            <a:r>
              <a:rPr lang="en-GB" sz="4059" dirty="0"/>
              <a:t>: Your Content Delivery Superhero!</a:t>
            </a:r>
            <a:endParaRPr sz="4059"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Accelerating Content Delivery on AWS (CDN Strategies, Security, and Scalability)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CDN &amp; CloudFront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7732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What is a CDN?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 Content Delivery Network (CDN) is a globally distributed network of servers that </a:t>
            </a:r>
            <a:r>
              <a:rPr lang="en-GB" b="1"/>
              <a:t>delivers web content</a:t>
            </a:r>
            <a:r>
              <a:rPr lang="en-GB"/>
              <a:t> </a:t>
            </a:r>
            <a:r>
              <a:rPr lang="en-GB" b="1"/>
              <a:t>(images, videos, scripts)</a:t>
            </a:r>
            <a:r>
              <a:rPr lang="en-GB"/>
              <a:t> to users based on their geographic location.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What is Amazon CloudFront?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AWS’s CDN service that integrates with other AWS services (S3, EC2, Lambda) to accelerate content delivery with low latency and high transfer speeds.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7300" y="1304825"/>
            <a:ext cx="2754300" cy="275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1709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81"/>
            <a:ext cx="9144003" cy="5049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 of CloudFront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Inter"/>
              <a:buChar char="●"/>
            </a:pPr>
            <a:r>
              <a:rPr lang="en-GB" sz="2100" b="1">
                <a:highlight>
                  <a:schemeClr val="lt1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Global Edge Locations</a:t>
            </a:r>
            <a:r>
              <a:rPr lang="en-GB" sz="2100">
                <a:highlight>
                  <a:schemeClr val="lt1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: 400+ edge locations worldwide.</a:t>
            </a:r>
            <a:endParaRPr sz="2100">
              <a:highlight>
                <a:schemeClr val="lt1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Inter"/>
              <a:buChar char="●"/>
            </a:pPr>
            <a:r>
              <a:rPr lang="en-GB" sz="2100" b="1">
                <a:highlight>
                  <a:schemeClr val="lt1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Caching</a:t>
            </a:r>
            <a:r>
              <a:rPr lang="en-GB" sz="2100">
                <a:highlight>
                  <a:schemeClr val="lt1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: Stores content closer to users for faster delivery.</a:t>
            </a:r>
            <a:endParaRPr sz="2100">
              <a:highlight>
                <a:schemeClr val="lt1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Inter"/>
              <a:buChar char="●"/>
            </a:pPr>
            <a:r>
              <a:rPr lang="en-GB" sz="2100" b="1">
                <a:highlight>
                  <a:schemeClr val="lt1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Security</a:t>
            </a:r>
            <a:r>
              <a:rPr lang="en-GB" sz="2100">
                <a:highlight>
                  <a:schemeClr val="lt1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: Integration with AWS Shield (DDoS protection), SSL/TLS encryption.</a:t>
            </a:r>
            <a:endParaRPr sz="2100">
              <a:highlight>
                <a:schemeClr val="lt1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Inter"/>
              <a:buChar char="●"/>
            </a:pPr>
            <a:r>
              <a:rPr lang="en-GB" sz="2100" b="1">
                <a:highlight>
                  <a:schemeClr val="lt1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Dynamic Content</a:t>
            </a:r>
            <a:r>
              <a:rPr lang="en-GB" sz="2100">
                <a:highlight>
                  <a:schemeClr val="lt1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: Supports both static and dynamic content.</a:t>
            </a:r>
            <a:endParaRPr sz="2100">
              <a:highlight>
                <a:schemeClr val="lt1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Inter"/>
              <a:buChar char="●"/>
            </a:pPr>
            <a:r>
              <a:rPr lang="en-GB" sz="2100" b="1">
                <a:highlight>
                  <a:schemeClr val="lt1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Lambda@Edge</a:t>
            </a:r>
            <a:r>
              <a:rPr lang="en-GB" sz="2100">
                <a:highlight>
                  <a:schemeClr val="lt1"/>
                </a:highlight>
                <a:latin typeface="PT Sans Narrow"/>
                <a:ea typeface="PT Sans Narrow"/>
                <a:cs typeface="PT Sans Narrow"/>
                <a:sym typeface="PT Sans Narrow"/>
              </a:rPr>
              <a:t>: Run serverless code at edge locations.</a:t>
            </a:r>
            <a:endParaRPr sz="2100">
              <a:highlight>
                <a:schemeClr val="lt1"/>
              </a:highlight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CloudFront Use Cases</a:t>
            </a:r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Accelerate Static Websites: </a:t>
            </a:r>
            <a:r>
              <a:rPr lang="en-GB"/>
              <a:t>Hosted on S3.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Live/On-Demand Video Streaming:</a:t>
            </a:r>
            <a:r>
              <a:rPr lang="en-GB"/>
              <a:t> Integrates with AWS Media Services.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APIs and Dynamic Content:</a:t>
            </a:r>
            <a:r>
              <a:rPr lang="en-GB"/>
              <a:t> Caching API responses.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Security:</a:t>
            </a:r>
            <a:r>
              <a:rPr lang="en-GB"/>
              <a:t> Block malicious traffic with AWS WAF.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with CloudFront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SSL/TLS: </a:t>
            </a:r>
            <a:r>
              <a:rPr lang="en-GB"/>
              <a:t>Encrypts data in transit.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AWS WAF:</a:t>
            </a:r>
            <a:r>
              <a:rPr lang="en-GB"/>
              <a:t> Block SQL injection, XSS, etc.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Signed URLs/Cookies:</a:t>
            </a:r>
            <a:r>
              <a:rPr lang="en-GB"/>
              <a:t> Restrict access to private content.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DDoS Protection:</a:t>
            </a:r>
            <a:r>
              <a:rPr lang="en-GB"/>
              <a:t> Via AWS Shield Standard/Advanced.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Pricing Model</a:t>
            </a: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Data Transfer Out:</a:t>
            </a:r>
            <a:r>
              <a:rPr lang="en-GB"/>
              <a:t> Cost per GB based on region.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HTTP/HTTPS Requests:</a:t>
            </a:r>
            <a:r>
              <a:rPr lang="en-GB"/>
              <a:t> Cost per 10,000 requests.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Lambda@Edge:</a:t>
            </a:r>
            <a:r>
              <a:rPr lang="en-GB"/>
              <a:t> Cost based on compute time and requests.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Free Tier: </a:t>
            </a:r>
            <a:r>
              <a:rPr lang="en-GB"/>
              <a:t>1 TB/month data transfer + 10 million HTTP requests.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Best Practices</a:t>
            </a: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Cache-Control Headers to define </a:t>
            </a:r>
            <a:r>
              <a:rPr lang="en-GB" b="1"/>
              <a:t>TTL</a:t>
            </a:r>
            <a:r>
              <a:rPr lang="en-GB"/>
              <a:t> (Time to Live).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Enable </a:t>
            </a:r>
            <a:r>
              <a:rPr lang="en-GB" b="1"/>
              <a:t>Compression</a:t>
            </a:r>
            <a:r>
              <a:rPr lang="en-GB"/>
              <a:t> (gzip, Brotli) for faster transfers.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Monitor with </a:t>
            </a:r>
            <a:r>
              <a:rPr lang="en-GB" b="1"/>
              <a:t>CloudWatch</a:t>
            </a:r>
            <a:r>
              <a:rPr lang="en-GB"/>
              <a:t> Metrics.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</a:t>
            </a:r>
            <a:r>
              <a:rPr lang="en-GB" b="1"/>
              <a:t>Origin Shield</a:t>
            </a:r>
            <a:r>
              <a:rPr lang="en-GB"/>
              <a:t> to reduce origin load.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Setting Up CloudFront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Steps to create a CloudFront distribution.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Configuring origin, behaviors, and caching settings.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Deploying and monitoring CloudFront with AWS tools.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 </a:t>
            </a:r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Amazon CloudFront is a powerful CDN solution.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Enhances performance, security, and scalability.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Seamlessly integrates with AWS services for a robust cloud architecture.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4"/>
          <p:cNvPicPr preferRelativeResize="0"/>
          <p:nvPr/>
        </p:nvPicPr>
        <p:blipFill rotWithShape="1">
          <a:blip r:embed="rId3">
            <a:alphaModFix/>
          </a:blip>
          <a:srcRect t="7978"/>
          <a:stretch/>
        </p:blipFill>
        <p:spPr>
          <a:xfrm>
            <a:off x="1088375" y="-148400"/>
            <a:ext cx="6662176" cy="554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07551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450</Words>
  <Application>Microsoft Office PowerPoint</Application>
  <PresentationFormat>On-screen Show (16:9)</PresentationFormat>
  <Paragraphs>68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Open Sans</vt:lpstr>
      <vt:lpstr>맑은 고딕</vt:lpstr>
      <vt:lpstr>PT Sans Narrow</vt:lpstr>
      <vt:lpstr>Inter</vt:lpstr>
      <vt:lpstr>Arial</vt:lpstr>
      <vt:lpstr>Tropic</vt:lpstr>
      <vt:lpstr>PowerPoint Presentation</vt:lpstr>
      <vt:lpstr>CloudFront: Your Content Delivery Superhero!</vt:lpstr>
      <vt:lpstr>Introduction to CDN &amp; CloudFront</vt:lpstr>
      <vt:lpstr>PowerPoint Presentation</vt:lpstr>
      <vt:lpstr>PowerPoint Presentation</vt:lpstr>
      <vt:lpstr>Key Features of CloudFront</vt:lpstr>
      <vt:lpstr>CloudFront Use Cases</vt:lpstr>
      <vt:lpstr>Security with CloudFront</vt:lpstr>
      <vt:lpstr>Pricing Model</vt:lpstr>
      <vt:lpstr>Best Practices</vt:lpstr>
      <vt:lpstr>Setting Up CloudFront</vt:lpstr>
      <vt:lpstr>Summary 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2026-10-05T01:18:56Z</dcterms:modified>
</cp:coreProperties>
</file>