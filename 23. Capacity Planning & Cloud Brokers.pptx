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9144000" cy="5143500" type="screen16x9"/>
  <p:notesSz cx="6858000" cy="9144000"/>
  <p:embeddedFontLst>
    <p:embeddedFont>
      <p:font typeface="Open Sans" panose="020B0604020202020204" charset="0"/>
      <p:regular r:id="rId20"/>
      <p:bold r:id="rId21"/>
      <p:italic r:id="rId22"/>
      <p:boldItalic r:id="rId23"/>
    </p:embeddedFont>
    <p:embeddedFont>
      <p:font typeface="맑은 고딕" panose="020B0503020000020004" pitchFamily="34" charset="-127"/>
      <p:regular r:id="rId24"/>
      <p:bold r:id="rId25"/>
    </p:embeddedFont>
    <p:embeddedFont>
      <p:font typeface="PT Sans Narrow" panose="020B0604020202020204" charset="0"/>
      <p:regular r:id="rId26"/>
      <p:bold r:id="rId27"/>
    </p:embeddedFont>
    <p:embeddedFont>
      <p:font typeface="Inter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3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0927e4fb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0927e4fb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0927e4fb7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0927e4fb7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0927e4fb7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0927e4fb7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0927e4fb7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0927e4fb7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0927e4fb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0927e4fb7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0927e4fb7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0927e4fb7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0927e4fb7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0927e4fb7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0927e4fb7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30927e4fb7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0927e4fb7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30927e4fb7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0927e4fb7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0927e4fb7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0927e4fb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0927e4fb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0927e4fb7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0927e4fb7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0927e4fb7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0927e4fb7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0927e4fb7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30927e4fb7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3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Capacity Planning &amp; Cloud Brokers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45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360" dirty="0"/>
              <a:t>Capacity Planning &amp; Cloud Brokers</a:t>
            </a:r>
            <a:endParaRPr sz="4360"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 Allocation, Cost Optimization, and the Cloud Broker Role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Overview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lt1"/>
                </a:highlight>
              </a:rPr>
              <a:t>Key Sections:</a:t>
            </a:r>
            <a:endParaRPr b="1"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>
                <a:highlight>
                  <a:schemeClr val="lt1"/>
                </a:highlight>
              </a:rPr>
              <a:t>What is Capacity Planning?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>
                <a:highlight>
                  <a:schemeClr val="lt1"/>
                </a:highlight>
              </a:rPr>
              <a:t>Resource Allocation in Cloud Environments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>
                <a:highlight>
                  <a:schemeClr val="lt1"/>
                </a:highlight>
              </a:rPr>
              <a:t>Role of Cloud Brokers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>
                <a:highlight>
                  <a:schemeClr val="lt1"/>
                </a:highlight>
              </a:rPr>
              <a:t>Cost Optimization Strategies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>
                <a:highlight>
                  <a:schemeClr val="lt1"/>
                </a:highlight>
              </a:rPr>
              <a:t>Integration of Capacity Planning &amp; Cloud Brokers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>
                <a:highlight>
                  <a:schemeClr val="lt1"/>
                </a:highlight>
              </a:rPr>
              <a:t>Case Study/Examples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>
                <a:highlight>
                  <a:schemeClr val="lt1"/>
                </a:highlight>
              </a:rPr>
              <a:t>Challenges &amp; Best Practices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2945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Capacity Planning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952850"/>
            <a:ext cx="5764800" cy="395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 b="1">
                <a:highlight>
                  <a:schemeClr val="lt1"/>
                </a:highlight>
              </a:rPr>
              <a:t>Capacity planning</a:t>
            </a:r>
            <a:r>
              <a:rPr lang="en-GB" sz="2133">
                <a:highlight>
                  <a:schemeClr val="lt1"/>
                </a:highlight>
              </a:rPr>
              <a:t> is a strategic process that helps businesses ensure they have the IT resources to meet customer demand</a:t>
            </a:r>
            <a:endParaRPr sz="2133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33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33" b="1">
                <a:highlight>
                  <a:schemeClr val="lt1"/>
                </a:highlight>
              </a:rPr>
              <a:t>Objectives:</a:t>
            </a:r>
            <a:endParaRPr sz="2133" b="1">
              <a:highlight>
                <a:schemeClr val="lt1"/>
              </a:highlight>
            </a:endParaRPr>
          </a:p>
          <a:p>
            <a:pPr marL="457200" lvl="0" indent="-364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34"/>
              <a:buFont typeface="Open Sans"/>
              <a:buChar char="●"/>
            </a:pPr>
            <a:r>
              <a:rPr lang="en-GB" sz="2133">
                <a:highlight>
                  <a:schemeClr val="lt1"/>
                </a:highlight>
              </a:rPr>
              <a:t>Avoid over/under-provisioning.</a:t>
            </a:r>
            <a:endParaRPr sz="2133">
              <a:highlight>
                <a:schemeClr val="lt1"/>
              </a:highlight>
            </a:endParaRPr>
          </a:p>
          <a:p>
            <a:pPr marL="457200" lvl="0" indent="-364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34"/>
              <a:buFont typeface="Open Sans"/>
              <a:buChar char="●"/>
            </a:pPr>
            <a:r>
              <a:rPr lang="en-GB" sz="2133">
                <a:highlight>
                  <a:schemeClr val="lt1"/>
                </a:highlight>
              </a:rPr>
              <a:t>Ensure scalability.</a:t>
            </a:r>
            <a:endParaRPr sz="2133">
              <a:highlight>
                <a:schemeClr val="lt1"/>
              </a:highlight>
            </a:endParaRPr>
          </a:p>
          <a:p>
            <a:pPr marL="457200" lvl="0" indent="-364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34"/>
              <a:buFont typeface="Open Sans"/>
              <a:buChar char="●"/>
            </a:pPr>
            <a:r>
              <a:rPr lang="en-GB" sz="2133">
                <a:highlight>
                  <a:schemeClr val="lt1"/>
                </a:highlight>
              </a:rPr>
              <a:t>Minimize costs.</a:t>
            </a:r>
            <a:endParaRPr sz="2133">
              <a:highlight>
                <a:schemeClr val="lt1"/>
              </a:highlight>
            </a:endParaRPr>
          </a:p>
          <a:p>
            <a:pPr marL="45720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l="10524" t="18860" r="45329" b="37691"/>
          <a:stretch/>
        </p:blipFill>
        <p:spPr>
          <a:xfrm>
            <a:off x="6381825" y="1463725"/>
            <a:ext cx="2762176" cy="192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Components:</a:t>
            </a: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Demand forecasting.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Resource scalability planning.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Performance monitoring.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 Allocation in Cloud Environments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998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Definition</a:t>
            </a:r>
            <a:r>
              <a:rPr lang="en-GB"/>
              <a:t>: Assigning cloud resources to workloads efficiently.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Static vs. Dynamic allocation: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Static</a:t>
            </a:r>
            <a:r>
              <a:rPr lang="en-GB"/>
              <a:t>: Predefined resource allocation.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Dynamic</a:t>
            </a:r>
            <a:r>
              <a:rPr lang="en-GB"/>
              <a:t>: Adjusts based on real-time needs.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Autoscaling</a:t>
            </a:r>
            <a:r>
              <a:rPr lang="en-GB"/>
              <a:t>: AWS Auto Scaling, Kubernetes Horizontal Pod Autoscaler.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6975" y="1304825"/>
            <a:ext cx="3894625" cy="293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Over-provisioning (wasted costs).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Under-provisioning (performance issues).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Role of Cloud Brokers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674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lt1"/>
                </a:highlight>
              </a:rPr>
              <a:t>Cloud Brokers: </a:t>
            </a:r>
            <a:r>
              <a:rPr lang="en-GB">
                <a:highlight>
                  <a:schemeClr val="lt1"/>
                </a:highlight>
              </a:rPr>
              <a:t>A third-party intermediary that manages cloud services across multiple providers.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lt1"/>
                </a:highlight>
              </a:rPr>
              <a:t>Responsibilities:</a:t>
            </a:r>
            <a:endParaRPr b="1"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Vendor selection and negotiation.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Cost optimization through pricing analysis.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Centralized monitoring and governance.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0850" y="1665525"/>
            <a:ext cx="3095951" cy="168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Simplified multi-cloud management.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Reduced administrative overhead.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 Optimization Strategies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071875"/>
            <a:ext cx="5707500" cy="3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Reserved Instances:</a:t>
            </a:r>
            <a:r>
              <a:rPr lang="en-GB">
                <a:highlight>
                  <a:schemeClr val="lt1"/>
                </a:highlight>
              </a:rPr>
              <a:t> Pre-purchase discounted capacity.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Spot Instances:</a:t>
            </a:r>
            <a:r>
              <a:rPr lang="en-GB">
                <a:highlight>
                  <a:schemeClr val="lt1"/>
                </a:highlight>
              </a:rPr>
              <a:t> Use unused cloud capacity at lower rates.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Right-Sizing:</a:t>
            </a:r>
            <a:r>
              <a:rPr lang="en-GB">
                <a:highlight>
                  <a:schemeClr val="lt1"/>
                </a:highlight>
              </a:rPr>
              <a:t> Match resources to actual workload needs.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n-GB" b="1">
                <a:highlight>
                  <a:schemeClr val="lt1"/>
                </a:highlight>
              </a:rPr>
              <a:t>Automated Tools:</a:t>
            </a:r>
            <a:r>
              <a:rPr lang="en-GB">
                <a:highlight>
                  <a:schemeClr val="lt1"/>
                </a:highlight>
              </a:rPr>
              <a:t> Leverage AI/ML for cost analytics.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b="1"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9200" y="1187325"/>
            <a:ext cx="2972400" cy="292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Challenges: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Hidden costs (e.g., data transfer fees).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Complex pricing models.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Integrating Capacity Planning &amp; Cloud Brokers</a:t>
            </a: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9382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How Brokers Assist: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Analyze historical data</a:t>
            </a:r>
            <a:r>
              <a:rPr lang="en-GB"/>
              <a:t> for accurate forecasting.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Automate resource scaling based on policies.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Negotiate better pricing with providers.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Benefits: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Reduced manual intervention.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Improved cost-performance balance.</a:t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2300" y="1304825"/>
            <a:ext cx="2589300" cy="2496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Case Study/Examples</a:t>
            </a:r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company uses AWS EC2 with a cloud broker tool to: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Forecast peak holiday traffic.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Automatically scale resources.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Reduce costs by 30% using reserved instances.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Zero downtime during traffic spikes.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25% lower annual cloud spend.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&amp; Best Practices</a:t>
            </a:r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lt1"/>
                </a:highlight>
              </a:rPr>
              <a:t>Challenges:</a:t>
            </a:r>
            <a:endParaRPr b="1"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Unpredictable demand spikes.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Vendor lock-in risks.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highlight>
                  <a:schemeClr val="lt1"/>
                </a:highlight>
              </a:rPr>
              <a:t>Best Practices:</a:t>
            </a:r>
            <a:endParaRPr b="1"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Regularly review capacity plans.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Use multi-cloud strategies to avoid lock-in.</a:t>
            </a:r>
            <a:endParaRPr>
              <a:highlight>
                <a:schemeClr val="lt1"/>
              </a:highlight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en-GB">
                <a:highlight>
                  <a:schemeClr val="lt1"/>
                </a:highlight>
              </a:rPr>
              <a:t>Monitor costs with dashboards.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156" name="Google Shape;156;p2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Capacity planning ensures efficient resource use.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Cloud brokers simplify multi-cloud management.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Cost optimization requires strategic tools and planning.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225818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476</Words>
  <Application>Microsoft Office PowerPoint</Application>
  <PresentationFormat>On-screen Show (16:9)</PresentationFormat>
  <Paragraphs>104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Open Sans</vt:lpstr>
      <vt:lpstr>맑은 고딕</vt:lpstr>
      <vt:lpstr>PT Sans Narrow</vt:lpstr>
      <vt:lpstr>Inter</vt:lpstr>
      <vt:lpstr>Arial</vt:lpstr>
      <vt:lpstr>Tropic</vt:lpstr>
      <vt:lpstr>PowerPoint Presentation</vt:lpstr>
      <vt:lpstr>Capacity Planning &amp; Cloud Brokers</vt:lpstr>
      <vt:lpstr>Overview</vt:lpstr>
      <vt:lpstr>Capacity Planning</vt:lpstr>
      <vt:lpstr>Key Components:</vt:lpstr>
      <vt:lpstr>Resource Allocation in Cloud Environments</vt:lpstr>
      <vt:lpstr>Challenges: </vt:lpstr>
      <vt:lpstr>Role of Cloud Brokers</vt:lpstr>
      <vt:lpstr>Benefits:  </vt:lpstr>
      <vt:lpstr>Cost Optimization Strategies</vt:lpstr>
      <vt:lpstr>Challenges:</vt:lpstr>
      <vt:lpstr>Integrating Capacity Planning &amp; Cloud Brokers</vt:lpstr>
      <vt:lpstr>Case Study/Examples</vt:lpstr>
      <vt:lpstr>Outcome: </vt:lpstr>
      <vt:lpstr>Challenges &amp; Best Practices</vt:lpstr>
      <vt:lpstr>Conclusion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2026-10-05T01:26:23Z</dcterms:modified>
</cp:coreProperties>
</file>