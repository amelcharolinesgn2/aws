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6"/>
  </p:notes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15"/>
  </p:sldIdLst>
  <p:sldSz cx="9144000" cy="5143500" type="screen16x9"/>
  <p:notesSz cx="6858000" cy="9144000"/>
  <p:embeddedFontLst>
    <p:embeddedFont>
      <p:font typeface="Calibri Light" panose="020F0302020204030204" pitchFamily="34" charset="0"/>
      <p:regular r:id="rId17"/>
      <p:italic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맑은 고딕" panose="020B0503020000020004" pitchFamily="34" charset="-127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02" y="5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455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bc78cbdc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1bc78cbdc9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bc78cbdc9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1bc78cbdc9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1bc78cbdc9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1bc78cbdc9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1bc78cbdc9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1bc78cbdc9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bc78cbdc9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1bc78cbdc9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1bc78cbdc9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1bc78cbdc9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bc78cbdc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1bc78cbdc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bc78cbdc9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1bc78cbdc9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bc78cbdc9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bc78cbdc9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bc78cbdc9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bc78cbdc9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bc78cbdc9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1bc78cbdc9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51107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795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381840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468368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36016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19436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1802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66350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145248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49720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876422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8542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87F74-A402-4054-88F2-0C6A362BA21C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8718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7" name="Title 1"/>
          <p:cNvSpPr txBox="1">
            <a:spLocks/>
          </p:cNvSpPr>
          <p:nvPr/>
        </p:nvSpPr>
        <p:spPr>
          <a:xfrm>
            <a:off x="2550909" y="2837976"/>
            <a:ext cx="5668299" cy="994172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4800" dirty="0">
                <a:solidFill>
                  <a:schemeClr val="accent2">
                    <a:lumMod val="75000"/>
                  </a:schemeClr>
                </a:solidFill>
              </a:rPr>
              <a:t>Resource Sharing in the Cloud</a:t>
            </a:r>
            <a:endParaRPr lang="en-US" sz="45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3682174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Resource Sharing in the Cloud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Characteristics: On-Demand, Pay-as-You-Go, Multi-Tenancy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Objectives for Today’s Class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By the end of this class, students will be able to: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Understand the concept of resource sharing in cloud computing.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Explain the key characteristics of cloud computing: on-demand, pay-as-you-go, and multi-tenancy.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Discuss the advantages and limitations of resource sharing in the cloud.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resource in the cloud?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726400" cy="3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Cloud resources are essential components provided by cloud platforms to build, deploy, and manage applications. They include:</a:t>
            </a:r>
            <a:endParaRPr sz="1500"/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GB" sz="1500" b="1"/>
              <a:t>Compute Resources</a:t>
            </a:r>
            <a:r>
              <a:rPr lang="en-GB" sz="1500"/>
              <a:t>: Virtual Machines (VMs), Containers, Serverless (e.g., AWS Lambda, Azure VMs).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 b="1"/>
              <a:t>Storage Resources</a:t>
            </a:r>
            <a:r>
              <a:rPr lang="en-GB" sz="1500"/>
              <a:t>: Object, Block, and File Storage (e.g., AWS S3, Azure Blob).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 b="1"/>
              <a:t>Networking Resources</a:t>
            </a:r>
            <a:r>
              <a:rPr lang="en-GB" sz="1500"/>
              <a:t>: Virtual Private Cloud (VPC), Load Balancers, DNS.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 b="1"/>
              <a:t>Database Resources</a:t>
            </a:r>
            <a:r>
              <a:rPr lang="en-GB" sz="1500"/>
              <a:t>: Relational (SQL) and NoSQL Databases (e.g., AWS RDS, DynamoDB).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 b="1"/>
              <a:t>Security &amp; IAM</a:t>
            </a:r>
            <a:r>
              <a:rPr lang="en-GB" sz="1500"/>
              <a:t>: Access control, Encryption (e.g., AWS IAM, Azure Key Vault).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 b="1"/>
              <a:t>Monitoring &amp; Logging</a:t>
            </a:r>
            <a:r>
              <a:rPr lang="en-GB" sz="1500"/>
              <a:t>: Performance tracking, log analysis (e.g., AWS CloudWatch).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 b="1"/>
              <a:t>Development Tools</a:t>
            </a:r>
            <a:r>
              <a:rPr lang="en-GB" sz="1500"/>
              <a:t>: CI/CD, API Gateways (e.g., AWS CodePipeline, Azure API Gateway).</a:t>
            </a:r>
            <a:endParaRPr sz="19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Resource Sharing in the Cloud?</a:t>
            </a: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4030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Resource sharing in cloud computing refers to the </a:t>
            </a:r>
            <a:r>
              <a:rPr lang="en-GB" b="1"/>
              <a:t>ability to allocate and manage computing</a:t>
            </a:r>
            <a:r>
              <a:rPr lang="en-GB"/>
              <a:t> resources dynamically among multiple users, ensuring optimal usage.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/>
              <a:t>Example</a:t>
            </a:r>
            <a:r>
              <a:rPr lang="en-GB"/>
              <a:t>: Multiple users sharing the same physical server but each running their own isolated virtual machine.</a:t>
            </a: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7100" y="1304825"/>
            <a:ext cx="3124500" cy="3317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Characteristics of Cloud Resource Sharing</a:t>
            </a:r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On-Demand Self-Service</a:t>
            </a:r>
            <a:r>
              <a:rPr lang="en-GB"/>
              <a:t>: Users can provision resources automatically.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Broad Network Access</a:t>
            </a:r>
            <a:r>
              <a:rPr lang="en-GB"/>
              <a:t>: Available over the network, accessible from various devices.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Resource Pooling</a:t>
            </a:r>
            <a:r>
              <a:rPr lang="en-GB"/>
              <a:t>: Providers pool computing resources to serve multiple consumers using a multi-tenant model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Pay-as-You-Go Model</a:t>
            </a:r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247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Cloud users are charged based on their usage of resources rather than a fixed upfront cost.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Benefits</a:t>
            </a:r>
            <a:r>
              <a:rPr lang="en-GB"/>
              <a:t>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Cost efficiency: Pay only for what you use.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Flexibility: Scale resources up or down according to need.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Example</a:t>
            </a:r>
            <a:r>
              <a:rPr lang="en-GB"/>
              <a:t>: AWS charges for storage (S3) based on the amount of data stored and transferred.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1700" y="1032725"/>
            <a:ext cx="3279899" cy="3279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Multi-Tenancy in Cloud Computing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2572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Multi-tenancy</a:t>
            </a:r>
            <a:r>
              <a:rPr lang="en-GB"/>
              <a:t> allows multiple customers (tenants) to share the same infrastructure while maintaining data isolation.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Key Benefits</a:t>
            </a:r>
            <a:r>
              <a:rPr lang="en-GB"/>
              <a:t>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Efficient resource utilization.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Reduced cost per user.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Example</a:t>
            </a:r>
            <a:r>
              <a:rPr lang="en-GB"/>
              <a:t>: Salesforce provides a single instance of its </a:t>
            </a:r>
            <a:r>
              <a:rPr lang="en-GB" b="1"/>
              <a:t>CRM</a:t>
            </a:r>
            <a:r>
              <a:rPr lang="en-GB"/>
              <a:t> application to multiple companies.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8900" y="1304825"/>
            <a:ext cx="3422700" cy="2577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Advantages of Resource Sharing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 dirty="0"/>
              <a:t>Cost Savings:</a:t>
            </a:r>
            <a:r>
              <a:rPr lang="en-GB" dirty="0"/>
              <a:t> Reduces the need for physical hardware and maintenance.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 dirty="0"/>
              <a:t>Scalability:</a:t>
            </a:r>
            <a:r>
              <a:rPr lang="en-GB" dirty="0"/>
              <a:t> Easily adjust resource allocation based on demand.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 dirty="0"/>
              <a:t>High Availability: </a:t>
            </a:r>
            <a:r>
              <a:rPr lang="en-GB" dirty="0" smtClean="0"/>
              <a:t>Redundant </a:t>
            </a:r>
            <a:r>
              <a:rPr lang="en-GB" dirty="0"/>
              <a:t>resources ensure system uptime and reliability.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 dirty="0"/>
              <a:t>Increased Collaboration:</a:t>
            </a:r>
            <a:r>
              <a:rPr lang="en-GB" dirty="0"/>
              <a:t> Teams can access shared resources and work seamlessly.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 of Resource Sharing</a:t>
            </a:r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Data Security Risks</a:t>
            </a:r>
            <a:r>
              <a:rPr lang="en-GB"/>
              <a:t>: Potential exposure of data in shared environments.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Performance Issues</a:t>
            </a:r>
            <a:r>
              <a:rPr lang="en-GB"/>
              <a:t>: Resource contention can occur if many users need resources simultaneously.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Compliance Issues</a:t>
            </a:r>
            <a:r>
              <a:rPr lang="en-GB"/>
              <a:t>: Ensuring regulatory compliance (e.g., GDPR) in shared environments.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Vendor Lock-in</a:t>
            </a:r>
            <a:r>
              <a:rPr lang="en-GB"/>
              <a:t>: Dependence on a single cloud provider can limit flexibility.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Case Study: Netflix on AWS</a:t>
            </a:r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Scenario</a:t>
            </a:r>
            <a:r>
              <a:rPr lang="en-GB"/>
              <a:t>: Netflix uses AWS to stream content globally to millions of users.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Resource Sharing</a:t>
            </a:r>
            <a:r>
              <a:rPr lang="en-GB"/>
              <a:t>: Netflix dynamically scales its resources during peak viewing times.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Outcome</a:t>
            </a:r>
            <a:r>
              <a:rPr lang="en-GB"/>
              <a:t>: Efficient resource allocation ensures high availability and uninterrupted streaming.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Resource sharing in cloud computing enables efficient use of computing resources by pooling them across multiple users.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Key characteristics include on-demand self-service, pay-as-you-go, and multi-tenancy.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While it offers scalability and cost efficiency, it also poses challenges related to security and performance.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 Class: Challenges and Risks in Cloud Computing</a:t>
            </a:r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9357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Discussion on data breaches, vendor lock-in, and regulatory compliance.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6875" y="1152425"/>
            <a:ext cx="3459352" cy="3742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336177" y="2823883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1EA26-4B72-7D8B-E260-D37DFC59B38C}"/>
              </a:ext>
            </a:extLst>
          </p:cNvPr>
          <p:cNvSpPr/>
          <p:nvPr/>
        </p:nvSpPr>
        <p:spPr>
          <a:xfrm>
            <a:off x="7631206" y="1"/>
            <a:ext cx="1512794" cy="1411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err="1" smtClean="0">
                <a:solidFill>
                  <a:schemeClr val="bg1"/>
                </a:solidFill>
              </a:rPr>
              <a:t>Amel</a:t>
            </a:r>
            <a:r>
              <a:rPr lang="en-US" sz="1050" dirty="0" smtClean="0">
                <a:solidFill>
                  <a:schemeClr val="bg1"/>
                </a:solidFill>
              </a:rPr>
              <a:t> </a:t>
            </a:r>
            <a:r>
              <a:rPr lang="en-US" sz="1050" dirty="0" err="1" smtClean="0">
                <a:solidFill>
                  <a:schemeClr val="bg1"/>
                </a:solidFill>
              </a:rPr>
              <a:t>charoline</a:t>
            </a:r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833509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3848</TotalTime>
  <Words>720</Words>
  <Application>Microsoft Office PowerPoint</Application>
  <PresentationFormat>On-screen Show (16:9)</PresentationFormat>
  <Paragraphs>83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 Light</vt:lpstr>
      <vt:lpstr>Calibri</vt:lpstr>
      <vt:lpstr>맑은 고딕</vt:lpstr>
      <vt:lpstr>Arial</vt:lpstr>
      <vt:lpstr>Office Theme</vt:lpstr>
      <vt:lpstr>PowerPoint Presentation</vt:lpstr>
      <vt:lpstr>Resource Sharing in the Cloud</vt:lpstr>
      <vt:lpstr>Objectives for Today’s Class</vt:lpstr>
      <vt:lpstr>What is resource in the cloud?  </vt:lpstr>
      <vt:lpstr>What is Resource Sharing in the Cloud?</vt:lpstr>
      <vt:lpstr>Key Characteristics of Cloud Resource Sharing</vt:lpstr>
      <vt:lpstr>Pay-as-You-Go Model</vt:lpstr>
      <vt:lpstr>Multi-Tenancy in Cloud Computing</vt:lpstr>
      <vt:lpstr>Advantages of Resource Sharing</vt:lpstr>
      <vt:lpstr>Challenges of Resource Sharing</vt:lpstr>
      <vt:lpstr>Case Study: Netflix on AWS</vt:lpstr>
      <vt:lpstr>Summary</vt:lpstr>
      <vt:lpstr>Next Class: Challenges and Risks in Cloud Computing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3</cp:revision>
  <dcterms:modified xsi:type="dcterms:W3CDTF">2026-10-05T01:01:00Z</dcterms:modified>
</cp:coreProperties>
</file>