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4" r:id="rId1"/>
  </p:sldMasterIdLst>
  <p:notesMasterIdLst>
    <p:notesMasterId r:id="rId6"/>
  </p:notesMasterIdLst>
  <p:handoutMasterIdLst>
    <p:handoutMasterId r:id="rId7"/>
  </p:handoutMasterIdLst>
  <p:sldIdLst>
    <p:sldId id="1337" r:id="rId2"/>
    <p:sldId id="1326" r:id="rId3"/>
    <p:sldId id="1332" r:id="rId4"/>
    <p:sldId id="1338" r:id="rId5"/>
  </p:sldIdLst>
  <p:sldSz cx="12192000" cy="6858000"/>
  <p:notesSz cx="9601200" cy="7315200"/>
  <p:defaultTextStyle>
    <a:defPPr>
      <a:defRPr lang="en-US"/>
    </a:defPPr>
    <a:lvl1pPr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7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ndreas Haeberlen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FF9900"/>
    <a:srgbClr val="66FFFF"/>
    <a:srgbClr val="00FFFF"/>
    <a:srgbClr val="00CC00"/>
    <a:srgbClr val="FF3399"/>
    <a:srgbClr val="66FF33"/>
    <a:srgbClr val="FFCC99"/>
    <a:srgbClr val="FF33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58" autoAdjust="0"/>
    <p:restoredTop sz="96925" autoAdjust="0"/>
  </p:normalViewPr>
  <p:slideViewPr>
    <p:cSldViewPr snapToGrid="0">
      <p:cViewPr varScale="1">
        <p:scale>
          <a:sx n="67" d="100"/>
          <a:sy n="67" d="100"/>
        </p:scale>
        <p:origin x="96" y="732"/>
      </p:cViewPr>
      <p:guideLst>
        <p:guide orient="horz" pos="3888"/>
        <p:guide pos="7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-1344" y="-96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endParaRPr lang="de-DE"/>
          </a:p>
        </p:txBody>
      </p:sp>
      <p:sp>
        <p:nvSpPr>
          <p:cNvPr id="5417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fld id="{66017A74-8498-4425-B905-56B59BE89ABC}" type="slidenum">
              <a:rPr lang="de-DE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208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4160973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30" y="1"/>
            <a:ext cx="4160972" cy="36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79256" y="3475660"/>
            <a:ext cx="7042689" cy="32901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3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950145"/>
            <a:ext cx="4160973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30" y="6950145"/>
            <a:ext cx="4160972" cy="365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D37F8DB4-A4FF-4A8B-9A85-9B1874A58FC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8116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17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510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F8DB4-A4FF-4A8B-9A85-9B1874A58F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28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C76-A687-7B4B-B7C4-626092A4E7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D0C56-5CE4-974A-9396-D3EB55B4D7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A849-C6BE-0D42-92BA-360B93EE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B5C5E-AC5B-A14E-A301-AD633DC7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D572F-30CF-9840-9A79-9226228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06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378CA-57F7-834F-A3B8-2F41FDE55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E7C3A-CA92-5142-9827-289275BFE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6E172-3480-524D-A4CE-62BEC772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CCA29-E44B-4C43-BD55-3FCD251C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14242-6B07-8543-919A-1FC4E1AD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46700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CDA5-F91D-D044-B783-1882CD742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0242B5-90F0-4E4A-AAB6-B12084FC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F56A0-C271-B245-A1C9-25A589EF5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E697-8320-434A-86D9-AAC2309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B4B91-4A86-974C-8CCB-8A3EB058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689611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B212B-8369-DA4C-BABB-1A078941E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90E38-4CB2-584D-B9E8-A2B2094BF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C5A60-5C7D-254F-9697-BF3AEA3A3A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B941-C882-CC41-A9CF-2E02FA3FC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EE5D5-3BD1-6B4E-B031-3D61A515D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84497-F0E4-324C-96C4-4BDF38002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670515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9C25F-5F64-AB4A-BBF5-77AF5858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48DA2-5CA8-1F4E-9841-4BBF63574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FFDB4-FED0-1C4F-8D7D-17B0867BD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BD7F3F-2DF5-3447-AAF3-177659901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13463-9787-6941-B670-25EC1557F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10F4E8-78E2-3747-80C1-43D61721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C262F4-0E96-6C4F-B0F2-DF033F911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680677-D036-7543-8C21-49D40D16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045931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5E4D1-730E-504F-9683-098495A95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C212F-EA7C-C045-BCB8-108319BCD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36530A-03A9-CA4D-B18F-9C4F56378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73F1B-9FF0-8641-9282-74CC1E49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463311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740EEF-C38B-144B-821E-4975E49F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ABF87A-B408-1D4E-A728-89D50352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A79A3-BC23-5049-AB5A-EEBEFC1DD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64078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8979A-65AB-B347-9E09-756CA6284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5E94-A13D-4147-89EB-2AE179F7E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A8F7D-3AD4-1D43-A088-C33A031872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D2DD2C-19B1-0A43-9570-9A1842C0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A2C57-1FDB-C346-95CB-FA52DB282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96CB0-35B3-1D4E-8AD4-4B0E0C05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45055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D222-4F45-014E-98B9-BC327CE7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ECB534-A460-C74C-B118-2356A474DA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6C72C-FBD3-8440-AED3-C06C44303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971F36-EF5A-5F46-9C28-6E6A7D47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FA358-451B-7942-B0C1-D0B7B9D6D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32310-9E80-224C-B30E-CC263F97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30085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C5363-015D-7D4B-BAFF-135F6C4F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C766A-A719-2A44-9699-E3C404432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E4ADE-3ECD-8641-9FE0-CD597AA3D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53541-5822-2348-8881-F75DD26C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7EAC-E5FB-A241-A525-745F31899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43004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3AC36-B8F3-904D-9D44-3800404FE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37D3E-B28E-E04C-B298-29CCA5D7CE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93EA0-EACD-4649-BF69-F205284D4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7CA7A-55ED-7443-A196-4D2842C27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9D338-29CC-A549-9D40-63A8AB4F7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50622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2685" y="1990725"/>
            <a:ext cx="10390716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University of Pennsylvania</a:t>
            </a:r>
            <a:endParaRPr lang="en-GB"/>
          </a:p>
        </p:txBody>
      </p:sp>
      <p:sp>
        <p:nvSpPr>
          <p:cNvPr id="5" name="Rectangle 111"/>
          <p:cNvSpPr>
            <a:spLocks noChangeArrowheads="1"/>
          </p:cNvSpPr>
          <p:nvPr userDrawn="1"/>
        </p:nvSpPr>
        <p:spPr bwMode="auto">
          <a:xfrm>
            <a:off x="406400" y="838200"/>
            <a:ext cx="1049867" cy="3429000"/>
          </a:xfrm>
          <a:prstGeom prst="rect">
            <a:avLst/>
          </a:prstGeom>
          <a:gradFill rotWithShape="0">
            <a:gsLst>
              <a:gs pos="0">
                <a:srgbClr val="708FE6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6" name="Line 110"/>
          <p:cNvSpPr>
            <a:spLocks noChangeShapeType="1"/>
          </p:cNvSpPr>
          <p:nvPr userDrawn="1"/>
        </p:nvSpPr>
        <p:spPr bwMode="auto">
          <a:xfrm>
            <a:off x="1123951" y="1143000"/>
            <a:ext cx="0" cy="2895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18217" y="3944938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" name="Rectangle 11"/>
          <p:cNvSpPr>
            <a:spLocks noChangeArrowheads="1"/>
          </p:cNvSpPr>
          <p:nvPr userDrawn="1"/>
        </p:nvSpPr>
        <p:spPr bwMode="auto">
          <a:xfrm flipV="1">
            <a:off x="268817" y="3011488"/>
            <a:ext cx="11590867" cy="55562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2000"/>
          </a:p>
        </p:txBody>
      </p:sp>
      <p:pic>
        <p:nvPicPr>
          <p:cNvPr id="11" name="Picture 10" descr="Penn shield.gif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01061" y="2612508"/>
            <a:ext cx="878809" cy="740196"/>
          </a:xfrm>
          <a:prstGeom prst="rect">
            <a:avLst/>
          </a:prstGeom>
        </p:spPr>
      </p:pic>
      <p:sp>
        <p:nvSpPr>
          <p:cNvPr id="12" name="Rectangle 32"/>
          <p:cNvSpPr>
            <a:spLocks noChangeArrowheads="1"/>
          </p:cNvSpPr>
          <p:nvPr userDrawn="1"/>
        </p:nvSpPr>
        <p:spPr bwMode="auto">
          <a:xfrm>
            <a:off x="1" y="6605588"/>
            <a:ext cx="2331217" cy="25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900"/>
              <a:t>© 2013 A. Haeberlen, Z. Ives</a:t>
            </a:r>
            <a:endParaRPr lang="en-GB" sz="9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9D4BDC-9DBC-F647-991C-B00D6C38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DE1C-9DB9-0E43-B50B-973E8289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81C8A-F206-BA43-8D7E-04234D39F2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3EDD4-9495-C047-B664-F26C636480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8D715-2296-A64B-AA69-3A1F4CFB7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72F42-4DFA-4725-86F9-7594E4AB4EB5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0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658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 title="intersecting circles">
            <a:extLst>
              <a:ext uri="{FF2B5EF4-FFF2-40B4-BE49-F238E27FC236}">
                <a16:creationId xmlns:a16="http://schemas.microsoft.com/office/drawing/2014/main" id="{D2C4BFA1-2075-4901-9E24-E41D1FDD51FD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15" name="Rectangle 14" title="ribbon">
            <a:extLst>
              <a:ext uri="{FF2B5EF4-FFF2-40B4-BE49-F238E27FC236}">
                <a16:creationId xmlns:a16="http://schemas.microsoft.com/office/drawing/2014/main" id="{053FB2EE-284F-4C87-AB3D-BBF87A9FAB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448FD-B8EC-B844-83C6-927198AF2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6538"/>
            <a:ext cx="9144000" cy="1381188"/>
          </a:xfrm>
        </p:spPr>
        <p:txBody>
          <a:bodyPr anchor="ctr">
            <a:normAutofit/>
          </a:bodyPr>
          <a:lstStyle/>
          <a:p>
            <a:r>
              <a:rPr lang="en-US" sz="4000" dirty="0" smtClean="0">
                <a:solidFill>
                  <a:schemeClr val="bg2"/>
                </a:solidFill>
              </a:rPr>
              <a:t>Cloud </a:t>
            </a:r>
            <a:r>
              <a:rPr lang="en-US" sz="4000" dirty="0">
                <a:solidFill>
                  <a:schemeClr val="bg2"/>
                </a:solidFill>
              </a:rPr>
              <a:t>Computing </a:t>
            </a:r>
            <a:br>
              <a:rPr lang="en-US" sz="4000" dirty="0">
                <a:solidFill>
                  <a:schemeClr val="bg2"/>
                </a:solidFill>
              </a:rPr>
            </a:br>
            <a:r>
              <a:rPr lang="en-US" sz="4000" dirty="0" smtClean="0">
                <a:solidFill>
                  <a:schemeClr val="bg2"/>
                </a:solidFill>
              </a:rPr>
              <a:t>2026 </a:t>
            </a:r>
            <a:r>
              <a:rPr lang="en-US" sz="4000" dirty="0">
                <a:solidFill>
                  <a:schemeClr val="bg2"/>
                </a:solidFill>
              </a:rPr>
              <a:t>Midterm Exam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4F97EA-561E-6B42-80F8-E9A4D12C0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1800" dirty="0" smtClean="0"/>
              <a:t>@</a:t>
            </a:r>
            <a:r>
              <a:rPr lang="en-US" sz="1800" dirty="0" err="1" smtClean="0"/>
              <a:t>Amel</a:t>
            </a:r>
            <a:r>
              <a:rPr lang="en-US" sz="1800" dirty="0" smtClean="0"/>
              <a:t> </a:t>
            </a:r>
            <a:r>
              <a:rPr lang="en-US" sz="1800" dirty="0" err="1" smtClean="0"/>
              <a:t>Charoline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7329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AC71-AD41-3F49-AF25-118698F1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Topics featured in midterm exam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2F414-5C13-C844-9A43-419E1E8AD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AU" dirty="0"/>
              <a:t>Cloud computing vs Own Data Centre</a:t>
            </a:r>
          </a:p>
          <a:p>
            <a:r>
              <a:rPr lang="en-AU" dirty="0"/>
              <a:t>Rationale for cloud problems with owning resources</a:t>
            </a:r>
          </a:p>
          <a:p>
            <a:r>
              <a:rPr lang="en-AU" dirty="0"/>
              <a:t>Virtualisation Types: Hardware, etc</a:t>
            </a:r>
          </a:p>
          <a:p>
            <a:r>
              <a:rPr lang="en-AU" dirty="0"/>
              <a:t>Docker, Basic Docker Commands</a:t>
            </a:r>
          </a:p>
          <a:p>
            <a:r>
              <a:rPr lang="en-AU" dirty="0"/>
              <a:t>S3 Buckets and Objects – Lifecycle – Creation, Versioning, etc</a:t>
            </a:r>
          </a:p>
          <a:p>
            <a:r>
              <a:rPr lang="en-AU" dirty="0"/>
              <a:t>What is IAM – especially user, group and roles – what permissions, policies can be applied to these?  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8667F-D842-1A44-BDBB-18AF00B41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05072F42-4DFA-4725-86F9-7594E4AB4EB5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454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7BA-DC69-EE40-820D-2383D5BE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you need to revise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0402-E9D3-3C4B-B9DD-F3635E76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Lecture Notes and Labs of the topics just listed</a:t>
            </a:r>
          </a:p>
          <a:p>
            <a:r>
              <a:rPr lang="en-US" dirty="0"/>
              <a:t>Know the terms used </a:t>
            </a:r>
          </a:p>
          <a:p>
            <a:r>
              <a:rPr lang="en-US" dirty="0"/>
              <a:t>Know commands and parameters for basic operations in S3, DynamoDB, Docker,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dirty="0"/>
              <a:t>Revise the solution you created for the revision lab</a:t>
            </a:r>
          </a:p>
          <a:p>
            <a:r>
              <a:rPr lang="en-US" dirty="0"/>
              <a:t>Know the purpose and content of configuration files where appropriate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662F8-C77E-2B44-980E-124CC184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79E5-D592-F549-95C4-0C2769B5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9378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117BA-DC69-EE40-820D-2383D5BE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advice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60402-E9D3-3C4B-B9DD-F3635E766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format is similar to the mid-term 10 questions</a:t>
            </a:r>
          </a:p>
          <a:p>
            <a:r>
              <a:rPr lang="en-US" dirty="0"/>
              <a:t>Read and answer the question asked</a:t>
            </a:r>
          </a:p>
          <a:p>
            <a:r>
              <a:rPr lang="en-US" dirty="0"/>
              <a:t>Don’t make up for lack of knowledge with random content</a:t>
            </a:r>
          </a:p>
          <a:p>
            <a:r>
              <a:rPr lang="en-US" dirty="0"/>
              <a:t>Be succinct – we are not looking for prose but a demonstration that you know the answer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662F8-C77E-2B44-980E-124CC1841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679E5-D592-F549-95C4-0C2769B5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72F42-4DFA-4725-86F9-7594E4AB4EB5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7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61951</TotalTime>
  <Words>170</Words>
  <Application>Microsoft Office PowerPoint</Application>
  <PresentationFormat>Widescreen</PresentationFormat>
  <Paragraphs>27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Times New Roman</vt:lpstr>
      <vt:lpstr>Wingdings</vt:lpstr>
      <vt:lpstr>Office Theme</vt:lpstr>
      <vt:lpstr>Cloud Computing  2026 Midterm Exam</vt:lpstr>
      <vt:lpstr>Topics featured in midterm exam</vt:lpstr>
      <vt:lpstr>What you need to revise</vt:lpstr>
      <vt:lpstr>General advice</vt:lpstr>
    </vt:vector>
  </TitlesOfParts>
  <Manager>Peter Druschel</Manager>
  <Company>Rice University / Max Planck Institute for Software Systems</Company>
  <LinksUpToDate>false</LinksUpToDate>
  <SharedDoc>false</SharedDoc>
  <HyperlinkBase>http://www.cs.rice.edu/~ahae/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basics; Amazon AWS</dc:title>
  <dc:subject>Scalable and Cloud Computing</dc:subject>
  <dc:creator>Andreas Haeberlen</dc:creator>
  <cp:keywords>NETS 212</cp:keywords>
  <dc:description>http://www.cis.upenn.edu/~nets212/</dc:description>
  <cp:lastModifiedBy>PDS</cp:lastModifiedBy>
  <cp:revision>4187</cp:revision>
  <dcterms:created xsi:type="dcterms:W3CDTF">1999-05-23T11:18:07Z</dcterms:created>
  <dcterms:modified xsi:type="dcterms:W3CDTF">2026-10-13T07:18:21Z</dcterms:modified>
  <cp:category>Lecture</cp:category>
</cp:coreProperties>
</file>