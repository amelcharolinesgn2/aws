
<file path=[Content_Types].xml><?xml version="1.0" encoding="utf-8"?>
<Types xmlns="http://schemas.openxmlformats.org/package/2006/content-types">
  <Default Extension="png" ContentType="image/png"/>
  <Default Extension="svg" ContentType="image/svg+xml"/>
  <Default Extension="webp" ContentType="image/webp"/>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3" r:id="rId1"/>
  </p:sldMasterIdLst>
  <p:notesMasterIdLst>
    <p:notesMasterId r:id="rId59"/>
  </p:notesMasterIdLst>
  <p:sldIdLst>
    <p:sldId id="281" r:id="rId2"/>
    <p:sldId id="280" r:id="rId3"/>
    <p:sldId id="283" r:id="rId4"/>
    <p:sldId id="336" r:id="rId5"/>
    <p:sldId id="257" r:id="rId6"/>
    <p:sldId id="284" r:id="rId7"/>
    <p:sldId id="285" r:id="rId8"/>
    <p:sldId id="286" r:id="rId9"/>
    <p:sldId id="287" r:id="rId10"/>
    <p:sldId id="288" r:id="rId11"/>
    <p:sldId id="289" r:id="rId12"/>
    <p:sldId id="290" r:id="rId13"/>
    <p:sldId id="291" r:id="rId14"/>
    <p:sldId id="292" r:id="rId15"/>
    <p:sldId id="293" r:id="rId16"/>
    <p:sldId id="294" r:id="rId17"/>
    <p:sldId id="295" r:id="rId18"/>
    <p:sldId id="296" r:id="rId19"/>
    <p:sldId id="297" r:id="rId20"/>
    <p:sldId id="298" r:id="rId21"/>
    <p:sldId id="299" r:id="rId22"/>
    <p:sldId id="300" r:id="rId23"/>
    <p:sldId id="301" r:id="rId24"/>
    <p:sldId id="302" r:id="rId25"/>
    <p:sldId id="303" r:id="rId26"/>
    <p:sldId id="304" r:id="rId27"/>
    <p:sldId id="305" r:id="rId28"/>
    <p:sldId id="306" r:id="rId29"/>
    <p:sldId id="307" r:id="rId30"/>
    <p:sldId id="308" r:id="rId31"/>
    <p:sldId id="309" r:id="rId32"/>
    <p:sldId id="310" r:id="rId33"/>
    <p:sldId id="311" r:id="rId34"/>
    <p:sldId id="312" r:id="rId35"/>
    <p:sldId id="313" r:id="rId36"/>
    <p:sldId id="314" r:id="rId37"/>
    <p:sldId id="315" r:id="rId38"/>
    <p:sldId id="316" r:id="rId39"/>
    <p:sldId id="317" r:id="rId40"/>
    <p:sldId id="318" r:id="rId41"/>
    <p:sldId id="319" r:id="rId42"/>
    <p:sldId id="320" r:id="rId43"/>
    <p:sldId id="321" r:id="rId44"/>
    <p:sldId id="322" r:id="rId45"/>
    <p:sldId id="323" r:id="rId46"/>
    <p:sldId id="324" r:id="rId47"/>
    <p:sldId id="325" r:id="rId48"/>
    <p:sldId id="326" r:id="rId49"/>
    <p:sldId id="327" r:id="rId50"/>
    <p:sldId id="328" r:id="rId51"/>
    <p:sldId id="329" r:id="rId52"/>
    <p:sldId id="330" r:id="rId53"/>
    <p:sldId id="331" r:id="rId54"/>
    <p:sldId id="332" r:id="rId55"/>
    <p:sldId id="333" r:id="rId56"/>
    <p:sldId id="334" r:id="rId57"/>
    <p:sldId id="335" r:id="rId58"/>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0552" autoAdjust="0"/>
  </p:normalViewPr>
  <p:slideViewPr>
    <p:cSldViewPr>
      <p:cViewPr varScale="1">
        <p:scale>
          <a:sx n="49" d="100"/>
          <a:sy n="49" d="100"/>
        </p:scale>
        <p:origin x="858" y="4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5CA48983-0444-4C6B-B413-EABF1B17697A}" type="datetimeFigureOut">
              <a:rPr lang="en-US" smtClean="0"/>
              <a:t>10/5/2026</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40E43909-2CAD-47BF-8402-5E08B3BA68EF}" type="slidenum">
              <a:rPr lang="en-US" smtClean="0"/>
              <a:t>‹#›</a:t>
            </a:fld>
            <a:endParaRPr lang="en-US"/>
          </a:p>
        </p:txBody>
      </p:sp>
    </p:spTree>
    <p:extLst>
      <p:ext uri="{BB962C8B-B14F-4D97-AF65-F5344CB8AC3E}">
        <p14:creationId xmlns:p14="http://schemas.microsoft.com/office/powerpoint/2010/main" val="20304524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Lab Session 01: AWS Compute Foundations – EC2, Networking, and Application Deployment	Lab Session 02: Identity and Access Control with IAM	Lab Session 03: Cloud Storage Solutions – S3, EBS, and EFS	Lab Session 04: Database Services – RDS, </a:t>
            </a:r>
            <a:r>
              <a:rPr lang="en-US" dirty="0" err="1" smtClean="0"/>
              <a:t>DynamoDB</a:t>
            </a:r>
            <a:r>
              <a:rPr lang="en-US" dirty="0" smtClean="0"/>
              <a:t>, and </a:t>
            </a:r>
            <a:r>
              <a:rPr lang="en-US" dirty="0" err="1" smtClean="0"/>
              <a:t>ElastiCache</a:t>
            </a:r>
            <a:r>
              <a:rPr lang="en-US" dirty="0" smtClean="0"/>
              <a:t>	Lab Session 05: Load Balancing and Auto Scaling	Lab Session 06: Container Orchestration with ECS, </a:t>
            </a:r>
            <a:r>
              <a:rPr lang="en-US" dirty="0" err="1" smtClean="0"/>
              <a:t>Fargate</a:t>
            </a:r>
            <a:r>
              <a:rPr lang="en-US" dirty="0" smtClean="0"/>
              <a:t>, and EKS	Lab Session 07: </a:t>
            </a:r>
            <a:r>
              <a:rPr lang="en-US" dirty="0" err="1" smtClean="0"/>
              <a:t>Serverless</a:t>
            </a:r>
            <a:r>
              <a:rPr lang="en-US" dirty="0" smtClean="0"/>
              <a:t> Computing with Lambda	Lab Session 08: Monitoring, Logging, and Security Auditing	Lab Session 09: Infrastructure as Code – </a:t>
            </a:r>
            <a:r>
              <a:rPr lang="en-US" dirty="0" err="1" smtClean="0"/>
              <a:t>CloudFormation</a:t>
            </a:r>
            <a:r>
              <a:rPr lang="en-US" dirty="0" smtClean="0"/>
              <a:t>, CDK, and Terraform	Lab Session 10: CI/CD Pipelines – App Runner, </a:t>
            </a:r>
            <a:r>
              <a:rPr lang="en-US" dirty="0" err="1" smtClean="0"/>
              <a:t>CodePipeline</a:t>
            </a:r>
            <a:r>
              <a:rPr lang="en-US" dirty="0" smtClean="0"/>
              <a:t>, GitHub Actions, and </a:t>
            </a:r>
            <a:r>
              <a:rPr lang="en-US" dirty="0" err="1" smtClean="0"/>
              <a:t>CodeDeploy</a:t>
            </a:r>
            <a:r>
              <a:rPr lang="en-US" dirty="0" smtClean="0"/>
              <a:t>	Lab Session 11: AI/ML Services – </a:t>
            </a:r>
            <a:r>
              <a:rPr lang="en-US" dirty="0" err="1" smtClean="0"/>
              <a:t>Rekognition</a:t>
            </a:r>
            <a:r>
              <a:rPr lang="en-US" dirty="0" smtClean="0"/>
              <a:t>, Comprehend, Translate, and </a:t>
            </a:r>
            <a:r>
              <a:rPr lang="en-US" dirty="0" err="1" smtClean="0"/>
              <a:t>SageMaker</a:t>
            </a:r>
            <a:r>
              <a:rPr lang="en-US" dirty="0" smtClean="0"/>
              <a:t>	Lab Session 12: Hybrid Cloud Networking – VPC Peering, Transit Gateway, VPN, and Direct Connect	Lab Session 13: Security and Compliance – AWS </a:t>
            </a:r>
            <a:r>
              <a:rPr lang="en-US" dirty="0" err="1" smtClean="0"/>
              <a:t>Config</a:t>
            </a:r>
            <a:r>
              <a:rPr lang="en-US" dirty="0" smtClean="0"/>
              <a:t>, </a:t>
            </a:r>
            <a:r>
              <a:rPr lang="en-US" dirty="0" err="1" smtClean="0"/>
              <a:t>GuardDuty</a:t>
            </a:r>
            <a:r>
              <a:rPr lang="en-US" dirty="0" smtClean="0"/>
              <a:t>, Security Hub, and KMS	Lab Session 14: Disaster Recovery and Business Continuity – AWS Backup, Multi-Region, and Failover	Lab Session 15: Migration and Modernization – </a:t>
            </a:r>
            <a:r>
              <a:rPr lang="en-US" dirty="0" err="1" smtClean="0"/>
              <a:t>DataSync</a:t>
            </a:r>
            <a:r>
              <a:rPr lang="en-US" dirty="0" smtClean="0"/>
              <a:t>, DMS, MGN, Containers, and </a:t>
            </a:r>
            <a:r>
              <a:rPr lang="en-US" dirty="0" err="1" smtClean="0"/>
              <a:t>Serverless</a:t>
            </a:r>
            <a:r>
              <a:rPr lang="en-US" dirty="0" smtClean="0"/>
              <a:t>	</a:t>
            </a:r>
          </a:p>
          <a:p>
            <a:endParaRPr lang="en-US" dirty="0" smtClean="0"/>
          </a:p>
          <a:p>
            <a:r>
              <a:rPr lang="en-US" dirty="0" smtClean="0"/>
              <a:t>Lab Session 16: Cost Management and Optimization – Cost Explorer, Trusted Advisor, Budgets, and Well-Architected</a:t>
            </a:r>
          </a:p>
          <a:p>
            <a:endParaRPr lang="en-US" dirty="0" smtClean="0"/>
          </a:p>
          <a:p>
            <a:endParaRPr lang="en-US" dirty="0" smtClean="0"/>
          </a:p>
          <a:p>
            <a:r>
              <a:rPr lang="en-US" dirty="0" smtClean="0"/>
              <a:t>https://www.youtube.com/watch?v=SOTamWNgDKc&amp;t=19604s</a:t>
            </a:r>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4613903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PDS</a:t>
            </a:r>
            <a:endParaRPr lang="en-US" dirty="0"/>
          </a:p>
        </p:txBody>
      </p:sp>
      <p:sp>
        <p:nvSpPr>
          <p:cNvPr id="4" name="Slide Number Placeholder 3"/>
          <p:cNvSpPr>
            <a:spLocks noGrp="1"/>
          </p:cNvSpPr>
          <p:nvPr>
            <p:ph type="sldNum" sz="quarter" idx="10"/>
          </p:nvPr>
        </p:nvSpPr>
        <p:spPr/>
        <p:txBody>
          <a:bodyPr/>
          <a:lstStyle/>
          <a:p>
            <a:fld id="{3C85673C-CD37-4D5E-BA1D-2F9D0B2CE005}" type="slidenum">
              <a:rPr lang="en-US" smtClean="0"/>
              <a:t>2</a:t>
            </a:fld>
            <a:endParaRPr lang="en-US"/>
          </a:p>
        </p:txBody>
      </p:sp>
    </p:spTree>
    <p:extLst>
      <p:ext uri="{BB962C8B-B14F-4D97-AF65-F5344CB8AC3E}">
        <p14:creationId xmlns:p14="http://schemas.microsoft.com/office/powerpoint/2010/main" val="30067795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https://github.com/open-guides/og-aws</a:t>
            </a:r>
          </a:p>
          <a:p>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https://docs.aws.amazon.com/decision-guides/latest/decision-guides/what-are-decision-guides.html</a:t>
            </a:r>
          </a:p>
          <a:p>
            <a:endParaRPr lang="en-US" dirty="0"/>
          </a:p>
        </p:txBody>
      </p:sp>
      <p:sp>
        <p:nvSpPr>
          <p:cNvPr id="4" name="Slide Number Placeholder 3"/>
          <p:cNvSpPr>
            <a:spLocks noGrp="1"/>
          </p:cNvSpPr>
          <p:nvPr>
            <p:ph type="sldNum" sz="quarter" idx="10"/>
          </p:nvPr>
        </p:nvSpPr>
        <p:spPr/>
        <p:txBody>
          <a:bodyPr/>
          <a:lstStyle/>
          <a:p>
            <a:fld id="{40E43909-2CAD-47BF-8402-5E08B3BA68EF}" type="slidenum">
              <a:rPr lang="en-US" smtClean="0"/>
              <a:t>4</a:t>
            </a:fld>
            <a:endParaRPr lang="en-US"/>
          </a:p>
        </p:txBody>
      </p:sp>
    </p:spTree>
    <p:extLst>
      <p:ext uri="{BB962C8B-B14F-4D97-AF65-F5344CB8AC3E}">
        <p14:creationId xmlns:p14="http://schemas.microsoft.com/office/powerpoint/2010/main" val="37217438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0E43909-2CAD-47BF-8402-5E08B3BA68EF}" type="slidenum">
              <a:rPr lang="en-US" smtClean="0"/>
              <a:t>7</a:t>
            </a:fld>
            <a:endParaRPr lang="en-US"/>
          </a:p>
        </p:txBody>
      </p:sp>
    </p:spTree>
    <p:extLst>
      <p:ext uri="{BB962C8B-B14F-4D97-AF65-F5344CB8AC3E}">
        <p14:creationId xmlns:p14="http://schemas.microsoft.com/office/powerpoint/2010/main" val="31632431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0E43909-2CAD-47BF-8402-5E08B3BA68EF}" type="slidenum">
              <a:rPr lang="en-US" smtClean="0"/>
              <a:t>9</a:t>
            </a:fld>
            <a:endParaRPr lang="en-US"/>
          </a:p>
        </p:txBody>
      </p:sp>
    </p:spTree>
    <p:extLst>
      <p:ext uri="{BB962C8B-B14F-4D97-AF65-F5344CB8AC3E}">
        <p14:creationId xmlns:p14="http://schemas.microsoft.com/office/powerpoint/2010/main" val="37736457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540192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8695921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4A4D9C0-BE80-40E1-BBD7-2F4267A5C3DD}"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54144D-35AB-4C94-AFA3-37AF67328FE5}" type="slidenum">
              <a:rPr lang="en-US" smtClean="0"/>
              <a:t>‹#›</a:t>
            </a:fld>
            <a:endParaRPr lang="en-US"/>
          </a:p>
        </p:txBody>
      </p:sp>
      <p:sp>
        <p:nvSpPr>
          <p:cNvPr id="7" name="Freeform: Shape 33">
            <a:extLst>
              <a:ext uri="{FF2B5EF4-FFF2-40B4-BE49-F238E27FC236}">
                <a16:creationId xmlns:a16="http://schemas.microsoft.com/office/drawing/2014/main" id="{3D352B04-96E6-839B-9D92-EE98385C4D49}"/>
              </a:ext>
            </a:extLst>
          </p:cNvPr>
          <p:cNvSpPr/>
          <p:nvPr userDrawn="1"/>
        </p:nvSpPr>
        <p:spPr>
          <a:xfrm>
            <a:off x="2062836" y="686475"/>
            <a:ext cx="7774629" cy="6193018"/>
          </a:xfrm>
          <a:custGeom>
            <a:avLst/>
            <a:gdLst>
              <a:gd name="connsiteX0" fmla="*/ 3887320 w 7774629"/>
              <a:gd name="connsiteY0" fmla="*/ 0 h 6193018"/>
              <a:gd name="connsiteX1" fmla="*/ 7774629 w 7774629"/>
              <a:gd name="connsiteY1" fmla="*/ 3884811 h 6193018"/>
              <a:gd name="connsiteX2" fmla="*/ 7774629 w 7774629"/>
              <a:gd name="connsiteY2" fmla="*/ 6193018 h 6193018"/>
              <a:gd name="connsiteX3" fmla="*/ 0 w 7774629"/>
              <a:gd name="connsiteY3" fmla="*/ 6193018 h 6193018"/>
              <a:gd name="connsiteX4" fmla="*/ 0 w 7774629"/>
              <a:gd name="connsiteY4" fmla="*/ 3884811 h 6193018"/>
              <a:gd name="connsiteX5" fmla="*/ 3887320 w 7774629"/>
              <a:gd name="connsiteY5" fmla="*/ 0 h 619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4629" h="6193018">
                <a:moveTo>
                  <a:pt x="3887320" y="0"/>
                </a:moveTo>
                <a:cubicBezTo>
                  <a:pt x="6034243" y="0"/>
                  <a:pt x="7774629" y="1739299"/>
                  <a:pt x="7774629" y="3884811"/>
                </a:cubicBezTo>
                <a:lnTo>
                  <a:pt x="7774629" y="6193018"/>
                </a:lnTo>
                <a:lnTo>
                  <a:pt x="0" y="6193018"/>
                </a:lnTo>
                <a:lnTo>
                  <a:pt x="0" y="3884811"/>
                </a:lnTo>
                <a:cubicBezTo>
                  <a:pt x="0" y="1739299"/>
                  <a:pt x="1740414" y="0"/>
                  <a:pt x="3887320" y="0"/>
                </a:cubicBezTo>
                <a:close/>
              </a:path>
            </a:pathLst>
          </a:custGeom>
          <a:solidFill>
            <a:schemeClr val="accent2">
              <a:lumMod val="20000"/>
              <a:lumOff val="80000"/>
              <a:alpha val="99000"/>
            </a:schemeClr>
          </a:solidFill>
          <a:ln w="543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45">
            <a:extLst>
              <a:ext uri="{FF2B5EF4-FFF2-40B4-BE49-F238E27FC236}">
                <a16:creationId xmlns:a16="http://schemas.microsoft.com/office/drawing/2014/main" id="{723D98FB-5EB7-A8DF-8470-B23A80D669E4}"/>
              </a:ext>
            </a:extLst>
          </p:cNvPr>
          <p:cNvSpPr/>
          <p:nvPr userDrawn="1"/>
        </p:nvSpPr>
        <p:spPr>
          <a:xfrm>
            <a:off x="7610252" y="1"/>
            <a:ext cx="2273668" cy="3147998"/>
          </a:xfrm>
          <a:custGeom>
            <a:avLst/>
            <a:gdLst>
              <a:gd name="connsiteX0" fmla="*/ 183295 w 2273668"/>
              <a:gd name="connsiteY0" fmla="*/ 0 h 3147998"/>
              <a:gd name="connsiteX1" fmla="*/ 2273668 w 2273668"/>
              <a:gd name="connsiteY1" fmla="*/ 0 h 3147998"/>
              <a:gd name="connsiteX2" fmla="*/ 2273668 w 2273668"/>
              <a:gd name="connsiteY2" fmla="*/ 3147998 h 3147998"/>
              <a:gd name="connsiteX3" fmla="*/ 2096300 w 2273668"/>
              <a:gd name="connsiteY3" fmla="*/ 3147998 h 3147998"/>
              <a:gd name="connsiteX4" fmla="*/ 2033714 w 2273668"/>
              <a:gd name="connsiteY4" fmla="*/ 3144814 h 3147998"/>
              <a:gd name="connsiteX5" fmla="*/ 0 w 2273668"/>
              <a:gd name="connsiteY5" fmla="*/ 886966 h 3147998"/>
              <a:gd name="connsiteX6" fmla="*/ 178732 w 2273668"/>
              <a:gd name="connsiteY6" fmla="*/ 9417 h 314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3668" h="3147998">
                <a:moveTo>
                  <a:pt x="183295" y="0"/>
                </a:moveTo>
                <a:lnTo>
                  <a:pt x="2273668" y="0"/>
                </a:lnTo>
                <a:lnTo>
                  <a:pt x="2273668" y="3147998"/>
                </a:lnTo>
                <a:lnTo>
                  <a:pt x="2096300" y="3147998"/>
                </a:lnTo>
                <a:lnTo>
                  <a:pt x="2033714" y="3144814"/>
                </a:lnTo>
                <a:cubicBezTo>
                  <a:pt x="895944" y="3028420"/>
                  <a:pt x="0" y="2060597"/>
                  <a:pt x="0" y="886966"/>
                </a:cubicBezTo>
                <a:cubicBezTo>
                  <a:pt x="0" y="576250"/>
                  <a:pt x="63712" y="279606"/>
                  <a:pt x="178732" y="9417"/>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9" name="Freeform: Shape 42">
            <a:extLst>
              <a:ext uri="{FF2B5EF4-FFF2-40B4-BE49-F238E27FC236}">
                <a16:creationId xmlns:a16="http://schemas.microsoft.com/office/drawing/2014/main" id="{4550F3CE-BAE9-3916-42CA-F4D906FA5173}"/>
              </a:ext>
            </a:extLst>
          </p:cNvPr>
          <p:cNvSpPr/>
          <p:nvPr userDrawn="1"/>
        </p:nvSpPr>
        <p:spPr>
          <a:xfrm>
            <a:off x="9883919" y="2"/>
            <a:ext cx="2254928" cy="3141557"/>
          </a:xfrm>
          <a:custGeom>
            <a:avLst/>
            <a:gdLst>
              <a:gd name="connsiteX0" fmla="*/ 0 w 2254928"/>
              <a:gd name="connsiteY0" fmla="*/ 0 h 3141557"/>
              <a:gd name="connsiteX1" fmla="*/ 2080472 w 2254928"/>
              <a:gd name="connsiteY1" fmla="*/ 0 h 3141557"/>
              <a:gd name="connsiteX2" fmla="*/ 2154269 w 2254928"/>
              <a:gd name="connsiteY2" fmla="*/ 202607 h 3141557"/>
              <a:gd name="connsiteX3" fmla="*/ 2254928 w 2254928"/>
              <a:gd name="connsiteY3" fmla="*/ 871976 h 3141557"/>
              <a:gd name="connsiteX4" fmla="*/ 231934 w 2254928"/>
              <a:gd name="connsiteY4" fmla="*/ 3128339 h 3141557"/>
              <a:gd name="connsiteX5" fmla="*/ 19 w 2254928"/>
              <a:gd name="connsiteY5" fmla="*/ 3141557 h 3141557"/>
              <a:gd name="connsiteX6" fmla="*/ 0 w 2254928"/>
              <a:gd name="connsiteY6" fmla="*/ 3141557 h 3141557"/>
              <a:gd name="connsiteX7" fmla="*/ 0 w 2254928"/>
              <a:gd name="connsiteY7" fmla="*/ 2729990 h 3141557"/>
              <a:gd name="connsiteX8" fmla="*/ 0 w 2254928"/>
              <a:gd name="connsiteY8" fmla="*/ 2344136 h 3141557"/>
              <a:gd name="connsiteX9" fmla="*/ 0 w 2254928"/>
              <a:gd name="connsiteY9" fmla="*/ 1983167 h 3141557"/>
              <a:gd name="connsiteX10" fmla="*/ 0 w 2254928"/>
              <a:gd name="connsiteY10" fmla="*/ 1646252 h 3141557"/>
              <a:gd name="connsiteX11" fmla="*/ 0 w 2254928"/>
              <a:gd name="connsiteY11" fmla="*/ 1332565 h 3141557"/>
              <a:gd name="connsiteX12" fmla="*/ 0 w 2254928"/>
              <a:gd name="connsiteY12" fmla="*/ 1041273 h 3141557"/>
              <a:gd name="connsiteX13" fmla="*/ 0 w 2254928"/>
              <a:gd name="connsiteY13" fmla="*/ 771549 h 3141557"/>
              <a:gd name="connsiteX14" fmla="*/ 0 w 2254928"/>
              <a:gd name="connsiteY14" fmla="*/ 522561 h 3141557"/>
              <a:gd name="connsiteX15" fmla="*/ 0 w 2254928"/>
              <a:gd name="connsiteY15" fmla="*/ 293482 h 3141557"/>
              <a:gd name="connsiteX16" fmla="*/ 0 w 2254928"/>
              <a:gd name="connsiteY16" fmla="*/ 83481 h 314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54928" h="3141557">
                <a:moveTo>
                  <a:pt x="0" y="0"/>
                </a:moveTo>
                <a:lnTo>
                  <a:pt x="2080472" y="0"/>
                </a:lnTo>
                <a:lnTo>
                  <a:pt x="2154269" y="202607"/>
                </a:lnTo>
                <a:cubicBezTo>
                  <a:pt x="2219730" y="414134"/>
                  <a:pt x="2254928" y="638939"/>
                  <a:pt x="2254928" y="871976"/>
                </a:cubicBezTo>
                <a:cubicBezTo>
                  <a:pt x="2254928" y="2045607"/>
                  <a:pt x="1374977" y="3005515"/>
                  <a:pt x="231934" y="3128339"/>
                </a:cubicBezTo>
                <a:lnTo>
                  <a:pt x="19" y="3141557"/>
                </a:lnTo>
                <a:lnTo>
                  <a:pt x="0" y="3141557"/>
                </a:lnTo>
                <a:lnTo>
                  <a:pt x="0" y="2729990"/>
                </a:lnTo>
                <a:lnTo>
                  <a:pt x="0" y="2344136"/>
                </a:lnTo>
                <a:lnTo>
                  <a:pt x="0" y="1983167"/>
                </a:lnTo>
                <a:lnTo>
                  <a:pt x="0" y="1646252"/>
                </a:lnTo>
                <a:lnTo>
                  <a:pt x="0" y="1332565"/>
                </a:lnTo>
                <a:lnTo>
                  <a:pt x="0" y="1041273"/>
                </a:lnTo>
                <a:lnTo>
                  <a:pt x="0" y="771549"/>
                </a:lnTo>
                <a:lnTo>
                  <a:pt x="0" y="522561"/>
                </a:lnTo>
                <a:lnTo>
                  <a:pt x="0" y="293482"/>
                </a:lnTo>
                <a:lnTo>
                  <a:pt x="0" y="83481"/>
                </a:lnTo>
                <a:close/>
              </a:path>
            </a:pathLst>
          </a:custGeom>
          <a:solidFill>
            <a:schemeClr val="accent6"/>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0" name="Freeform: Shape 48">
            <a:extLst>
              <a:ext uri="{FF2B5EF4-FFF2-40B4-BE49-F238E27FC236}">
                <a16:creationId xmlns:a16="http://schemas.microsoft.com/office/drawing/2014/main" id="{D83F65A0-0C52-48AD-DC5D-B5D3BF3CC188}"/>
              </a:ext>
            </a:extLst>
          </p:cNvPr>
          <p:cNvSpPr/>
          <p:nvPr userDrawn="1"/>
        </p:nvSpPr>
        <p:spPr>
          <a:xfrm>
            <a:off x="8395730" y="2"/>
            <a:ext cx="2959203" cy="2352793"/>
          </a:xfrm>
          <a:custGeom>
            <a:avLst/>
            <a:gdLst>
              <a:gd name="connsiteX0" fmla="*/ 289830 w 2959203"/>
              <a:gd name="connsiteY0" fmla="*/ 0 h 2352793"/>
              <a:gd name="connsiteX1" fmla="*/ 2669374 w 2959203"/>
              <a:gd name="connsiteY1" fmla="*/ 0 h 2352793"/>
              <a:gd name="connsiteX2" fmla="*/ 2706511 w 2959203"/>
              <a:gd name="connsiteY2" fmla="*/ 49584 h 2352793"/>
              <a:gd name="connsiteX3" fmla="*/ 2951565 w 2959203"/>
              <a:gd name="connsiteY3" fmla="*/ 724493 h 2352793"/>
              <a:gd name="connsiteX4" fmla="*/ 2959203 w 2959203"/>
              <a:gd name="connsiteY4" fmla="*/ 875514 h 2352793"/>
              <a:gd name="connsiteX5" fmla="*/ 2959203 w 2959203"/>
              <a:gd name="connsiteY5" fmla="*/ 875554 h 2352793"/>
              <a:gd name="connsiteX6" fmla="*/ 2951565 w 2959203"/>
              <a:gd name="connsiteY6" fmla="*/ 1026575 h 2352793"/>
              <a:gd name="connsiteX7" fmla="*/ 1479602 w 2959203"/>
              <a:gd name="connsiteY7" fmla="*/ 2352793 h 2352793"/>
              <a:gd name="connsiteX8" fmla="*/ 0 w 2959203"/>
              <a:gd name="connsiteY8" fmla="*/ 875534 h 2352793"/>
              <a:gd name="connsiteX9" fmla="*/ 252694 w 2959203"/>
              <a:gd name="connsiteY9" fmla="*/ 49584 h 2352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59203" h="2352793">
                <a:moveTo>
                  <a:pt x="289830" y="0"/>
                </a:moveTo>
                <a:lnTo>
                  <a:pt x="2669374" y="0"/>
                </a:lnTo>
                <a:lnTo>
                  <a:pt x="2706511" y="49584"/>
                </a:lnTo>
                <a:cubicBezTo>
                  <a:pt x="2839459" y="246061"/>
                  <a:pt x="2926309" y="476187"/>
                  <a:pt x="2951565" y="724493"/>
                </a:cubicBezTo>
                <a:lnTo>
                  <a:pt x="2959203" y="875514"/>
                </a:lnTo>
                <a:lnTo>
                  <a:pt x="2959203" y="875554"/>
                </a:lnTo>
                <a:lnTo>
                  <a:pt x="2951565" y="1026575"/>
                </a:lnTo>
                <a:cubicBezTo>
                  <a:pt x="2875795" y="1771492"/>
                  <a:pt x="2245691" y="2352793"/>
                  <a:pt x="1479602" y="2352793"/>
                </a:cubicBezTo>
                <a:cubicBezTo>
                  <a:pt x="662440" y="2352793"/>
                  <a:pt x="0" y="1691401"/>
                  <a:pt x="0" y="875534"/>
                </a:cubicBezTo>
                <a:cubicBezTo>
                  <a:pt x="0" y="569583"/>
                  <a:pt x="93156" y="285356"/>
                  <a:pt x="252694" y="49584"/>
                </a:cubicBez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1" name="Freeform: Shape 39">
            <a:extLst>
              <a:ext uri="{FF2B5EF4-FFF2-40B4-BE49-F238E27FC236}">
                <a16:creationId xmlns:a16="http://schemas.microsoft.com/office/drawing/2014/main" id="{F8FA7F58-C470-6376-9DB1-DE7034C491E8}"/>
              </a:ext>
            </a:extLst>
          </p:cNvPr>
          <p:cNvSpPr/>
          <p:nvPr userDrawn="1"/>
        </p:nvSpPr>
        <p:spPr>
          <a:xfrm>
            <a:off x="1390854" y="3130662"/>
            <a:ext cx="3106248" cy="3748831"/>
          </a:xfrm>
          <a:custGeom>
            <a:avLst/>
            <a:gdLst>
              <a:gd name="connsiteX0" fmla="*/ 0 w 3106248"/>
              <a:gd name="connsiteY0" fmla="*/ 0 h 3748831"/>
              <a:gd name="connsiteX1" fmla="*/ 3106248 w 3106248"/>
              <a:gd name="connsiteY1" fmla="*/ 3748831 h 3748831"/>
              <a:gd name="connsiteX2" fmla="*/ 0 w 3106248"/>
              <a:gd name="connsiteY2" fmla="*/ 3748831 h 3748831"/>
            </a:gdLst>
            <a:ahLst/>
            <a:cxnLst>
              <a:cxn ang="0">
                <a:pos x="connsiteX0" y="connsiteY0"/>
              </a:cxn>
              <a:cxn ang="0">
                <a:pos x="connsiteX1" y="connsiteY1"/>
              </a:cxn>
              <a:cxn ang="0">
                <a:pos x="connsiteX2" y="connsiteY2"/>
              </a:cxn>
            </a:cxnLst>
            <a:rect l="l" t="t" r="r" b="b"/>
            <a:pathLst>
              <a:path w="3106248" h="3748831">
                <a:moveTo>
                  <a:pt x="0" y="0"/>
                </a:moveTo>
                <a:lnTo>
                  <a:pt x="3106248" y="3748831"/>
                </a:lnTo>
                <a:lnTo>
                  <a:pt x="0" y="3748831"/>
                </a:lnTo>
                <a:close/>
              </a:path>
            </a:pathLst>
          </a:custGeom>
          <a:solidFill>
            <a:schemeClr val="accent2">
              <a:alpha val="99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2" name="Freeform: Shape 36">
            <a:extLst>
              <a:ext uri="{FF2B5EF4-FFF2-40B4-BE49-F238E27FC236}">
                <a16:creationId xmlns:a16="http://schemas.microsoft.com/office/drawing/2014/main" id="{B27C9E57-563E-7980-7B3C-45FAD9C386F4}"/>
              </a:ext>
            </a:extLst>
          </p:cNvPr>
          <p:cNvSpPr/>
          <p:nvPr userDrawn="1"/>
        </p:nvSpPr>
        <p:spPr>
          <a:xfrm>
            <a:off x="0" y="3130661"/>
            <a:ext cx="1400640" cy="3748832"/>
          </a:xfrm>
          <a:custGeom>
            <a:avLst/>
            <a:gdLst>
              <a:gd name="connsiteX0" fmla="*/ 1400640 w 1400640"/>
              <a:gd name="connsiteY0" fmla="*/ 0 h 3748832"/>
              <a:gd name="connsiteX1" fmla="*/ 1400640 w 1400640"/>
              <a:gd name="connsiteY1" fmla="*/ 3748832 h 3748832"/>
              <a:gd name="connsiteX2" fmla="*/ 0 w 1400640"/>
              <a:gd name="connsiteY2" fmla="*/ 3748832 h 3748832"/>
              <a:gd name="connsiteX3" fmla="*/ 0 w 1400640"/>
              <a:gd name="connsiteY3" fmla="*/ 1684743 h 3748832"/>
            </a:gdLst>
            <a:ahLst/>
            <a:cxnLst>
              <a:cxn ang="0">
                <a:pos x="connsiteX0" y="connsiteY0"/>
              </a:cxn>
              <a:cxn ang="0">
                <a:pos x="connsiteX1" y="connsiteY1"/>
              </a:cxn>
              <a:cxn ang="0">
                <a:pos x="connsiteX2" y="connsiteY2"/>
              </a:cxn>
              <a:cxn ang="0">
                <a:pos x="connsiteX3" y="connsiteY3"/>
              </a:cxn>
            </a:cxnLst>
            <a:rect l="l" t="t" r="r" b="b"/>
            <a:pathLst>
              <a:path w="1400640" h="3748832">
                <a:moveTo>
                  <a:pt x="1400640" y="0"/>
                </a:moveTo>
                <a:lnTo>
                  <a:pt x="1400640" y="3748832"/>
                </a:lnTo>
                <a:lnTo>
                  <a:pt x="0" y="3748832"/>
                </a:lnTo>
                <a:lnTo>
                  <a:pt x="0" y="168474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Tree>
    <p:extLst>
      <p:ext uri="{BB962C8B-B14F-4D97-AF65-F5344CB8AC3E}">
        <p14:creationId xmlns:p14="http://schemas.microsoft.com/office/powerpoint/2010/main" val="3211634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788399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4A4D9C0-BE80-40E1-BBD7-2F4267A5C3DD}" type="datetimeFigureOut">
              <a:rPr lang="en-US" smtClean="0"/>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
        <p:nvSpPr>
          <p:cNvPr id="10" name="Image 0" descr="preencoded.png">
            <a:extLst>
              <a:ext uri="{FF2B5EF4-FFF2-40B4-BE49-F238E27FC236}">
                <a16:creationId xmlns:a16="http://schemas.microsoft.com/office/drawing/2014/main" id="{CD2D664E-6702-6607-A37E-2E996144917C}"/>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1" name="Image 1" descr="preencoded.png">
            <a:extLst>
              <a:ext uri="{FF2B5EF4-FFF2-40B4-BE49-F238E27FC236}">
                <a16:creationId xmlns:a16="http://schemas.microsoft.com/office/drawing/2014/main" id="{951C5737-DF7E-D671-AC74-9E488335BCA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rcRect/>
          <a:stretch/>
        </p:blipFill>
        <p:spPr>
          <a:xfrm>
            <a:off x="1703311" y="-2784"/>
            <a:ext cx="1734410" cy="5167313"/>
          </a:xfrm>
          <a:prstGeom prst="rect">
            <a:avLst/>
          </a:prstGeom>
        </p:spPr>
      </p:pic>
      <p:sp>
        <p:nvSpPr>
          <p:cNvPr id="12" name="Image 5" descr="preencoded.png">
            <a:extLst>
              <a:ext uri="{FF2B5EF4-FFF2-40B4-BE49-F238E27FC236}">
                <a16:creationId xmlns:a16="http://schemas.microsoft.com/office/drawing/2014/main" id="{B9036D42-A06F-E6EE-BB91-8BAF045198BE}"/>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3" name="Image 6" descr="preencoded.png">
            <a:extLst>
              <a:ext uri="{FF2B5EF4-FFF2-40B4-BE49-F238E27FC236}">
                <a16:creationId xmlns:a16="http://schemas.microsoft.com/office/drawing/2014/main" id="{86E0540C-3355-A50D-AC61-047B54B70C64}"/>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xmlns="" r:embed="rId5"/>
              </a:ext>
            </a:extLst>
          </a:blip>
          <a:srcRect/>
          <a:stretch/>
        </p:blipFill>
        <p:spPr>
          <a:xfrm>
            <a:off x="1718457" y="3440504"/>
            <a:ext cx="1719263" cy="1724025"/>
          </a:xfrm>
          <a:prstGeom prst="rect">
            <a:avLst/>
          </a:prstGeom>
        </p:spPr>
      </p:pic>
    </p:spTree>
    <p:extLst>
      <p:ext uri="{BB962C8B-B14F-4D97-AF65-F5344CB8AC3E}">
        <p14:creationId xmlns:p14="http://schemas.microsoft.com/office/powerpoint/2010/main" val="3095824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419266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211945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884839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5094414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783307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7699620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descr="preencoded.png">
            <a:extLst>
              <a:ext uri="{FF2B5EF4-FFF2-40B4-BE49-F238E27FC236}">
                <a16:creationId xmlns:a16="http://schemas.microsoft.com/office/drawing/2014/main" id="{EFFAEAD9-58A9-096B-C6D0-58F7AD08EB20}"/>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p:nvPr>
        </p:nvSpPr>
        <p:spPr>
          <a:xfrm>
            <a:off x="1499616" y="1901952"/>
            <a:ext cx="5693664" cy="768096"/>
          </a:xfrm>
        </p:spPr>
        <p:txBody>
          <a:bodyPr>
            <a:noAutofit/>
          </a:bodyPr>
          <a:lstStyle>
            <a:lvl1pPr algn="l">
              <a:lnSpc>
                <a:spcPct val="100000"/>
              </a:lnSpc>
              <a:defRPr/>
            </a:lvl1pPr>
          </a:lstStyle>
          <a:p>
            <a:r>
              <a:rPr lang="en-US"/>
              <a:t>Click to edit Master title style</a:t>
            </a:r>
            <a:endParaRPr lang="en-US" dirty="0"/>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p:nvPr>
        </p:nvSpPr>
        <p:spPr>
          <a:xfrm>
            <a:off x="1499616" y="2770632"/>
            <a:ext cx="5693664" cy="3122168"/>
          </a:xfrm>
        </p:spPr>
        <p:txBody>
          <a:bodyPr>
            <a:no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0120129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hart">
    <p:spTree>
      <p:nvGrpSpPr>
        <p:cNvPr id="1" name=""/>
        <p:cNvGrpSpPr/>
        <p:nvPr/>
      </p:nvGrpSpPr>
      <p:grpSpPr>
        <a:xfrm>
          <a:off x="0" y="0"/>
          <a:ext cx="0" cy="0"/>
          <a:chOff x="0" y="0"/>
          <a:chExt cx="0" cy="0"/>
        </a:xfrm>
      </p:grpSpPr>
      <p:sp>
        <p:nvSpPr>
          <p:cNvPr id="30" name="Freeform: Shape 29">
            <a:extLst>
              <a:ext uri="{FF2B5EF4-FFF2-40B4-BE49-F238E27FC236}">
                <a16:creationId xmlns:a16="http://schemas.microsoft.com/office/drawing/2014/main" id="{2459EA3C-8B88-5F1F-531E-7DA7DE55710B}"/>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539496" y="2103120"/>
            <a:ext cx="11119104" cy="44348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856312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Tabl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B0C0F070-237F-C60F-3458-4D4D9BA0A222}"/>
              </a:ext>
            </a:extLst>
          </p:cNvPr>
          <p:cNvSpPr/>
          <p:nvPr userDrawn="1"/>
        </p:nvSpPr>
        <p:spPr>
          <a:xfrm>
            <a:off x="9866106" y="0"/>
            <a:ext cx="2325894" cy="2180854"/>
          </a:xfrm>
          <a:custGeom>
            <a:avLst/>
            <a:gdLst>
              <a:gd name="connsiteX0" fmla="*/ 2066927 w 2325894"/>
              <a:gd name="connsiteY0" fmla="*/ 0 h 2180854"/>
              <a:gd name="connsiteX1" fmla="*/ 2098882 w 2325894"/>
              <a:gd name="connsiteY1" fmla="*/ 0 h 2180854"/>
              <a:gd name="connsiteX2" fmla="*/ 2128893 w 2325894"/>
              <a:gd name="connsiteY2" fmla="*/ 44463 h 2180854"/>
              <a:gd name="connsiteX3" fmla="*/ 2269798 w 2325894"/>
              <a:gd name="connsiteY3" fmla="*/ 120493 h 2180854"/>
              <a:gd name="connsiteX4" fmla="*/ 2325894 w 2325894"/>
              <a:gd name="connsiteY4" fmla="*/ 126162 h 2180854"/>
              <a:gd name="connsiteX5" fmla="*/ 2325894 w 2325894"/>
              <a:gd name="connsiteY5" fmla="*/ 149263 h 2180854"/>
              <a:gd name="connsiteX6" fmla="*/ 2265120 w 2325894"/>
              <a:gd name="connsiteY6" fmla="*/ 143117 h 2180854"/>
              <a:gd name="connsiteX7" fmla="*/ 2075647 w 2325894"/>
              <a:gd name="connsiteY7" fmla="*/ 16048 h 2180854"/>
              <a:gd name="connsiteX8" fmla="*/ 1926448 w 2325894"/>
              <a:gd name="connsiteY8" fmla="*/ 0 h 2180854"/>
              <a:gd name="connsiteX9" fmla="*/ 1950522 w 2325894"/>
              <a:gd name="connsiteY9" fmla="*/ 0 h 2180854"/>
              <a:gd name="connsiteX10" fmla="*/ 1952130 w 2325894"/>
              <a:gd name="connsiteY10" fmla="*/ 5167 h 2180854"/>
              <a:gd name="connsiteX11" fmla="*/ 2244242 w 2325894"/>
              <a:gd name="connsiteY11" fmla="*/ 244834 h 2180854"/>
              <a:gd name="connsiteX12" fmla="*/ 2325894 w 2325894"/>
              <a:gd name="connsiteY12" fmla="*/ 253091 h 2180854"/>
              <a:gd name="connsiteX13" fmla="*/ 2325894 w 2325894"/>
              <a:gd name="connsiteY13" fmla="*/ 276192 h 2180854"/>
              <a:gd name="connsiteX14" fmla="*/ 2239598 w 2325894"/>
              <a:gd name="connsiteY14" fmla="*/ 267464 h 2180854"/>
              <a:gd name="connsiteX15" fmla="*/ 1930848 w 2325894"/>
              <a:gd name="connsiteY15" fmla="*/ 14141 h 2180854"/>
              <a:gd name="connsiteX16" fmla="*/ 1794114 w 2325894"/>
              <a:gd name="connsiteY16" fmla="*/ 0 h 2180854"/>
              <a:gd name="connsiteX17" fmla="*/ 1818202 w 2325894"/>
              <a:gd name="connsiteY17" fmla="*/ 0 h 2180854"/>
              <a:gd name="connsiteX18" fmla="*/ 1835170 w 2325894"/>
              <a:gd name="connsiteY18" fmla="*/ 54535 h 2180854"/>
              <a:gd name="connsiteX19" fmla="*/ 2218687 w 2325894"/>
              <a:gd name="connsiteY19" fmla="*/ 369191 h 2180854"/>
              <a:gd name="connsiteX20" fmla="*/ 2325894 w 2325894"/>
              <a:gd name="connsiteY20" fmla="*/ 380032 h 2180854"/>
              <a:gd name="connsiteX21" fmla="*/ 2325894 w 2325894"/>
              <a:gd name="connsiteY21" fmla="*/ 403132 h 2180854"/>
              <a:gd name="connsiteX22" fmla="*/ 2214043 w 2325894"/>
              <a:gd name="connsiteY22" fmla="*/ 391825 h 2180854"/>
              <a:gd name="connsiteX23" fmla="*/ 1813889 w 2325894"/>
              <a:gd name="connsiteY23" fmla="*/ 63559 h 2180854"/>
              <a:gd name="connsiteX24" fmla="*/ 1661683 w 2325894"/>
              <a:gd name="connsiteY24" fmla="*/ 0 h 2180854"/>
              <a:gd name="connsiteX25" fmla="*/ 1685874 w 2325894"/>
              <a:gd name="connsiteY25" fmla="*/ 0 h 2180854"/>
              <a:gd name="connsiteX26" fmla="*/ 1718212 w 2325894"/>
              <a:gd name="connsiteY26" fmla="*/ 103965 h 2180854"/>
              <a:gd name="connsiteX27" fmla="*/ 2193133 w 2325894"/>
              <a:gd name="connsiteY27" fmla="*/ 493659 h 2180854"/>
              <a:gd name="connsiteX28" fmla="*/ 2325894 w 2325894"/>
              <a:gd name="connsiteY28" fmla="*/ 507083 h 2180854"/>
              <a:gd name="connsiteX29" fmla="*/ 2325894 w 2325894"/>
              <a:gd name="connsiteY29" fmla="*/ 530183 h 2180854"/>
              <a:gd name="connsiteX30" fmla="*/ 2188450 w 2325894"/>
              <a:gd name="connsiteY30" fmla="*/ 516288 h 2180854"/>
              <a:gd name="connsiteX31" fmla="*/ 1696817 w 2325894"/>
              <a:gd name="connsiteY31" fmla="*/ 112939 h 2180854"/>
              <a:gd name="connsiteX32" fmla="*/ 1531553 w 2325894"/>
              <a:gd name="connsiteY32" fmla="*/ 0 h 2180854"/>
              <a:gd name="connsiteX33" fmla="*/ 1554659 w 2325894"/>
              <a:gd name="connsiteY33" fmla="*/ 0 h 2180854"/>
              <a:gd name="connsiteX34" fmla="*/ 1555243 w 2325894"/>
              <a:gd name="connsiteY34" fmla="*/ 5776 h 2180854"/>
              <a:gd name="connsiteX35" fmla="*/ 2245588 w 2325894"/>
              <a:gd name="connsiteY35" fmla="*/ 629962 h 2180854"/>
              <a:gd name="connsiteX36" fmla="*/ 2325894 w 2325894"/>
              <a:gd name="connsiteY36" fmla="*/ 634030 h 2180854"/>
              <a:gd name="connsiteX37" fmla="*/ 2325894 w 2325894"/>
              <a:gd name="connsiteY37" fmla="*/ 657131 h 2180854"/>
              <a:gd name="connsiteX38" fmla="*/ 2243214 w 2325894"/>
              <a:gd name="connsiteY38" fmla="*/ 652943 h 2180854"/>
              <a:gd name="connsiteX39" fmla="*/ 1532607 w 2325894"/>
              <a:gd name="connsiteY39" fmla="*/ 10419 h 2180854"/>
              <a:gd name="connsiteX40" fmla="*/ 1404609 w 2325894"/>
              <a:gd name="connsiteY40" fmla="*/ 0 h 2180854"/>
              <a:gd name="connsiteX41" fmla="*/ 1427709 w 2325894"/>
              <a:gd name="connsiteY41" fmla="*/ 0 h 2180854"/>
              <a:gd name="connsiteX42" fmla="*/ 1430873 w 2325894"/>
              <a:gd name="connsiteY42" fmla="*/ 31287 h 2180854"/>
              <a:gd name="connsiteX43" fmla="*/ 2232606 w 2325894"/>
              <a:gd name="connsiteY43" fmla="*/ 756233 h 2180854"/>
              <a:gd name="connsiteX44" fmla="*/ 2325894 w 2325894"/>
              <a:gd name="connsiteY44" fmla="*/ 760959 h 2180854"/>
              <a:gd name="connsiteX45" fmla="*/ 2325894 w 2325894"/>
              <a:gd name="connsiteY45" fmla="*/ 784060 h 2180854"/>
              <a:gd name="connsiteX46" fmla="*/ 2230270 w 2325894"/>
              <a:gd name="connsiteY46" fmla="*/ 779216 h 2180854"/>
              <a:gd name="connsiteX47" fmla="*/ 1408246 w 2325894"/>
              <a:gd name="connsiteY47" fmla="*/ 35964 h 2180854"/>
              <a:gd name="connsiteX48" fmla="*/ 1274343 w 2325894"/>
              <a:gd name="connsiteY48" fmla="*/ 0 h 2180854"/>
              <a:gd name="connsiteX49" fmla="*/ 1300756 w 2325894"/>
              <a:gd name="connsiteY49" fmla="*/ 0 h 2180854"/>
              <a:gd name="connsiteX50" fmla="*/ 1306507 w 2325894"/>
              <a:gd name="connsiteY50" fmla="*/ 56884 h 2180854"/>
              <a:gd name="connsiteX51" fmla="*/ 2219643 w 2325894"/>
              <a:gd name="connsiteY51" fmla="*/ 882640 h 2180854"/>
              <a:gd name="connsiteX52" fmla="*/ 2325894 w 2325894"/>
              <a:gd name="connsiteY52" fmla="*/ 888022 h 2180854"/>
              <a:gd name="connsiteX53" fmla="*/ 2325894 w 2325894"/>
              <a:gd name="connsiteY53" fmla="*/ 911123 h 2180854"/>
              <a:gd name="connsiteX54" fmla="*/ 2217286 w 2325894"/>
              <a:gd name="connsiteY54" fmla="*/ 905621 h 2180854"/>
              <a:gd name="connsiteX55" fmla="*/ 1283761 w 2325894"/>
              <a:gd name="connsiteY55" fmla="*/ 61528 h 2180854"/>
              <a:gd name="connsiteX56" fmla="*/ 1146071 w 2325894"/>
              <a:gd name="connsiteY56" fmla="*/ 0 h 2180854"/>
              <a:gd name="connsiteX57" fmla="*/ 1169414 w 2325894"/>
              <a:gd name="connsiteY57" fmla="*/ 0 h 2180854"/>
              <a:gd name="connsiteX58" fmla="*/ 1182030 w 2325894"/>
              <a:gd name="connsiteY58" fmla="*/ 82429 h 2180854"/>
              <a:gd name="connsiteX59" fmla="*/ 2206679 w 2325894"/>
              <a:gd name="connsiteY59" fmla="*/ 1008912 h 2180854"/>
              <a:gd name="connsiteX60" fmla="*/ 2325894 w 2325894"/>
              <a:gd name="connsiteY60" fmla="*/ 1014951 h 2180854"/>
              <a:gd name="connsiteX61" fmla="*/ 2325894 w 2325894"/>
              <a:gd name="connsiteY61" fmla="*/ 1038052 h 2180854"/>
              <a:gd name="connsiteX62" fmla="*/ 2204323 w 2325894"/>
              <a:gd name="connsiteY62" fmla="*/ 1031893 h 2180854"/>
              <a:gd name="connsiteX63" fmla="*/ 1159398 w 2325894"/>
              <a:gd name="connsiteY63" fmla="*/ 87072 h 2180854"/>
              <a:gd name="connsiteX64" fmla="*/ 1017789 w 2325894"/>
              <a:gd name="connsiteY64" fmla="*/ 0 h 2180854"/>
              <a:gd name="connsiteX65" fmla="*/ 1041132 w 2325894"/>
              <a:gd name="connsiteY65" fmla="*/ 0 h 2180854"/>
              <a:gd name="connsiteX66" fmla="*/ 1057661 w 2325894"/>
              <a:gd name="connsiteY66" fmla="*/ 107992 h 2180854"/>
              <a:gd name="connsiteX67" fmla="*/ 2193716 w 2325894"/>
              <a:gd name="connsiteY67" fmla="*/ 1135208 h 2180854"/>
              <a:gd name="connsiteX68" fmla="*/ 2325894 w 2325894"/>
              <a:gd name="connsiteY68" fmla="*/ 1141903 h 2180854"/>
              <a:gd name="connsiteX69" fmla="*/ 2325894 w 2325894"/>
              <a:gd name="connsiteY69" fmla="*/ 1165004 h 2180854"/>
              <a:gd name="connsiteX70" fmla="*/ 2191361 w 2325894"/>
              <a:gd name="connsiteY70" fmla="*/ 1158189 h 2180854"/>
              <a:gd name="connsiteX71" fmla="*/ 1035029 w 2325894"/>
              <a:gd name="connsiteY71" fmla="*/ 112636 h 2180854"/>
              <a:gd name="connsiteX72" fmla="*/ 889397 w 2325894"/>
              <a:gd name="connsiteY72" fmla="*/ 0 h 2180854"/>
              <a:gd name="connsiteX73" fmla="*/ 912837 w 2325894"/>
              <a:gd name="connsiteY73" fmla="*/ 0 h 2180854"/>
              <a:gd name="connsiteX74" fmla="*/ 933296 w 2325894"/>
              <a:gd name="connsiteY74" fmla="*/ 133667 h 2180854"/>
              <a:gd name="connsiteX75" fmla="*/ 2180754 w 2325894"/>
              <a:gd name="connsiteY75" fmla="*/ 1261608 h 2180854"/>
              <a:gd name="connsiteX76" fmla="*/ 2325894 w 2325894"/>
              <a:gd name="connsiteY76" fmla="*/ 1268960 h 2180854"/>
              <a:gd name="connsiteX77" fmla="*/ 2325894 w 2325894"/>
              <a:gd name="connsiteY77" fmla="*/ 1292061 h 2180854"/>
              <a:gd name="connsiteX78" fmla="*/ 2178378 w 2325894"/>
              <a:gd name="connsiteY78" fmla="*/ 1284588 h 2180854"/>
              <a:gd name="connsiteX79" fmla="*/ 910550 w 2325894"/>
              <a:gd name="connsiteY79" fmla="*/ 138199 h 2180854"/>
              <a:gd name="connsiteX80" fmla="*/ 761929 w 2325894"/>
              <a:gd name="connsiteY80" fmla="*/ 0 h 2180854"/>
              <a:gd name="connsiteX81" fmla="*/ 785032 w 2325894"/>
              <a:gd name="connsiteY81" fmla="*/ 0 h 2180854"/>
              <a:gd name="connsiteX82" fmla="*/ 785312 w 2325894"/>
              <a:gd name="connsiteY82" fmla="*/ 5523 h 2180854"/>
              <a:gd name="connsiteX83" fmla="*/ 2167790 w 2325894"/>
              <a:gd name="connsiteY83" fmla="*/ 1387884 h 2180854"/>
              <a:gd name="connsiteX84" fmla="*/ 2325894 w 2325894"/>
              <a:gd name="connsiteY84" fmla="*/ 1395894 h 2180854"/>
              <a:gd name="connsiteX85" fmla="*/ 2325894 w 2325894"/>
              <a:gd name="connsiteY85" fmla="*/ 1418995 h 2180854"/>
              <a:gd name="connsiteX86" fmla="*/ 2165434 w 2325894"/>
              <a:gd name="connsiteY86" fmla="*/ 1410866 h 2180854"/>
              <a:gd name="connsiteX87" fmla="*/ 762328 w 2325894"/>
              <a:gd name="connsiteY87" fmla="*/ 7877 h 2180854"/>
              <a:gd name="connsiteX88" fmla="*/ 634980 w 2325894"/>
              <a:gd name="connsiteY88" fmla="*/ 0 h 2180854"/>
              <a:gd name="connsiteX89" fmla="*/ 658083 w 2325894"/>
              <a:gd name="connsiteY89" fmla="*/ 0 h 2180854"/>
              <a:gd name="connsiteX90" fmla="*/ 659019 w 2325894"/>
              <a:gd name="connsiteY90" fmla="*/ 18476 h 2180854"/>
              <a:gd name="connsiteX91" fmla="*/ 2154827 w 2325894"/>
              <a:gd name="connsiteY91" fmla="*/ 1514157 h 2180854"/>
              <a:gd name="connsiteX92" fmla="*/ 2325894 w 2325894"/>
              <a:gd name="connsiteY92" fmla="*/ 1522823 h 2180854"/>
              <a:gd name="connsiteX93" fmla="*/ 2325894 w 2325894"/>
              <a:gd name="connsiteY93" fmla="*/ 1545924 h 2180854"/>
              <a:gd name="connsiteX94" fmla="*/ 2152472 w 2325894"/>
              <a:gd name="connsiteY94" fmla="*/ 1537138 h 2180854"/>
              <a:gd name="connsiteX95" fmla="*/ 636036 w 2325894"/>
              <a:gd name="connsiteY95" fmla="*/ 20831 h 2180854"/>
              <a:gd name="connsiteX96" fmla="*/ 507911 w 2325894"/>
              <a:gd name="connsiteY96" fmla="*/ 0 h 2180854"/>
              <a:gd name="connsiteX97" fmla="*/ 531128 w 2325894"/>
              <a:gd name="connsiteY97" fmla="*/ 0 h 2180854"/>
              <a:gd name="connsiteX98" fmla="*/ 532727 w 2325894"/>
              <a:gd name="connsiteY98" fmla="*/ 31559 h 2180854"/>
              <a:gd name="connsiteX99" fmla="*/ 2141864 w 2325894"/>
              <a:gd name="connsiteY99" fmla="*/ 1640562 h 2180854"/>
              <a:gd name="connsiteX100" fmla="*/ 2325894 w 2325894"/>
              <a:gd name="connsiteY100" fmla="*/ 1649885 h 2180854"/>
              <a:gd name="connsiteX101" fmla="*/ 2325894 w 2325894"/>
              <a:gd name="connsiteY101" fmla="*/ 1672981 h 2180854"/>
              <a:gd name="connsiteX102" fmla="*/ 2139488 w 2325894"/>
              <a:gd name="connsiteY102" fmla="*/ 1663539 h 2180854"/>
              <a:gd name="connsiteX103" fmla="*/ 509624 w 2325894"/>
              <a:gd name="connsiteY103" fmla="*/ 33818 h 2180854"/>
              <a:gd name="connsiteX104" fmla="*/ 380961 w 2325894"/>
              <a:gd name="connsiteY104" fmla="*/ 0 h 2180854"/>
              <a:gd name="connsiteX105" fmla="*/ 404065 w 2325894"/>
              <a:gd name="connsiteY105" fmla="*/ 0 h 2180854"/>
              <a:gd name="connsiteX106" fmla="*/ 406316 w 2325894"/>
              <a:gd name="connsiteY106" fmla="*/ 44437 h 2180854"/>
              <a:gd name="connsiteX107" fmla="*/ 2128900 w 2325894"/>
              <a:gd name="connsiteY107" fmla="*/ 1766854 h 2180854"/>
              <a:gd name="connsiteX108" fmla="*/ 2325894 w 2325894"/>
              <a:gd name="connsiteY108" fmla="*/ 1776833 h 2180854"/>
              <a:gd name="connsiteX109" fmla="*/ 2325894 w 2325894"/>
              <a:gd name="connsiteY109" fmla="*/ 1799934 h 2180854"/>
              <a:gd name="connsiteX110" fmla="*/ 2126525 w 2325894"/>
              <a:gd name="connsiteY110" fmla="*/ 1789835 h 2180854"/>
              <a:gd name="connsiteX111" fmla="*/ 383332 w 2325894"/>
              <a:gd name="connsiteY111" fmla="*/ 46792 h 2180854"/>
              <a:gd name="connsiteX112" fmla="*/ 254013 w 2325894"/>
              <a:gd name="connsiteY112" fmla="*/ 0 h 2180854"/>
              <a:gd name="connsiteX113" fmla="*/ 277116 w 2325894"/>
              <a:gd name="connsiteY113" fmla="*/ 0 h 2180854"/>
              <a:gd name="connsiteX114" fmla="*/ 280023 w 2325894"/>
              <a:gd name="connsiteY114" fmla="*/ 57371 h 2180854"/>
              <a:gd name="connsiteX115" fmla="*/ 2115917 w 2325894"/>
              <a:gd name="connsiteY115" fmla="*/ 1893125 h 2180854"/>
              <a:gd name="connsiteX116" fmla="*/ 2325894 w 2325894"/>
              <a:gd name="connsiteY116" fmla="*/ 1903762 h 2180854"/>
              <a:gd name="connsiteX117" fmla="*/ 2325894 w 2325894"/>
              <a:gd name="connsiteY117" fmla="*/ 1926863 h 2180854"/>
              <a:gd name="connsiteX118" fmla="*/ 2113563 w 2325894"/>
              <a:gd name="connsiteY118" fmla="*/ 1916107 h 2180854"/>
              <a:gd name="connsiteX119" fmla="*/ 257040 w 2325894"/>
              <a:gd name="connsiteY119" fmla="*/ 59745 h 2180854"/>
              <a:gd name="connsiteX120" fmla="*/ 126949 w 2325894"/>
              <a:gd name="connsiteY120" fmla="*/ 0 h 2180854"/>
              <a:gd name="connsiteX121" fmla="*/ 150160 w 2325894"/>
              <a:gd name="connsiteY121" fmla="*/ 0 h 2180854"/>
              <a:gd name="connsiteX122" fmla="*/ 153729 w 2325894"/>
              <a:gd name="connsiteY122" fmla="*/ 70454 h 2180854"/>
              <a:gd name="connsiteX123" fmla="*/ 2102955 w 2325894"/>
              <a:gd name="connsiteY123" fmla="*/ 2019530 h 2180854"/>
              <a:gd name="connsiteX124" fmla="*/ 2325894 w 2325894"/>
              <a:gd name="connsiteY124" fmla="*/ 2030824 h 2180854"/>
              <a:gd name="connsiteX125" fmla="*/ 2325894 w 2325894"/>
              <a:gd name="connsiteY125" fmla="*/ 2053925 h 2180854"/>
              <a:gd name="connsiteX126" fmla="*/ 2100598 w 2325894"/>
              <a:gd name="connsiteY126" fmla="*/ 2042512 h 2180854"/>
              <a:gd name="connsiteX127" fmla="*/ 130633 w 2325894"/>
              <a:gd name="connsiteY127" fmla="*/ 72714 h 2180854"/>
              <a:gd name="connsiteX128" fmla="*/ 0 w 2325894"/>
              <a:gd name="connsiteY128" fmla="*/ 0 h 2180854"/>
              <a:gd name="connsiteX129" fmla="*/ 23103 w 2325894"/>
              <a:gd name="connsiteY129" fmla="*/ 0 h 2180854"/>
              <a:gd name="connsiteX130" fmla="*/ 27324 w 2325894"/>
              <a:gd name="connsiteY130" fmla="*/ 83311 h 2180854"/>
              <a:gd name="connsiteX131" fmla="*/ 2089991 w 2325894"/>
              <a:gd name="connsiteY131" fmla="*/ 2145803 h 2180854"/>
              <a:gd name="connsiteX132" fmla="*/ 2325894 w 2325894"/>
              <a:gd name="connsiteY132" fmla="*/ 2157753 h 2180854"/>
              <a:gd name="connsiteX133" fmla="*/ 2325894 w 2325894"/>
              <a:gd name="connsiteY133" fmla="*/ 2180854 h 2180854"/>
              <a:gd name="connsiteX134" fmla="*/ 2087636 w 2325894"/>
              <a:gd name="connsiteY134" fmla="*/ 2168784 h 2180854"/>
              <a:gd name="connsiteX135" fmla="*/ 4341 w 2325894"/>
              <a:gd name="connsiteY135" fmla="*/ 85667 h 218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2325894" h="2180854">
                <a:moveTo>
                  <a:pt x="2066927" y="0"/>
                </a:moveTo>
                <a:lnTo>
                  <a:pt x="2098882" y="0"/>
                </a:lnTo>
                <a:lnTo>
                  <a:pt x="2128893" y="44463"/>
                </a:lnTo>
                <a:cubicBezTo>
                  <a:pt x="2166753" y="82308"/>
                  <a:pt x="2215417" y="109341"/>
                  <a:pt x="2269798" y="120493"/>
                </a:cubicBezTo>
                <a:lnTo>
                  <a:pt x="2325894" y="126162"/>
                </a:lnTo>
                <a:lnTo>
                  <a:pt x="2325894" y="149263"/>
                </a:lnTo>
                <a:lnTo>
                  <a:pt x="2265120" y="143117"/>
                </a:lnTo>
                <a:cubicBezTo>
                  <a:pt x="2186576" y="127002"/>
                  <a:pt x="2119077" y="80290"/>
                  <a:pt x="2075647" y="16048"/>
                </a:cubicBezTo>
                <a:close/>
                <a:moveTo>
                  <a:pt x="1926448" y="0"/>
                </a:moveTo>
                <a:lnTo>
                  <a:pt x="1950522" y="0"/>
                </a:lnTo>
                <a:lnTo>
                  <a:pt x="1952130" y="5167"/>
                </a:lnTo>
                <a:cubicBezTo>
                  <a:pt x="2003529" y="126455"/>
                  <a:pt x="2112323" y="217766"/>
                  <a:pt x="2244242" y="244834"/>
                </a:cubicBezTo>
                <a:lnTo>
                  <a:pt x="2325894" y="253091"/>
                </a:lnTo>
                <a:lnTo>
                  <a:pt x="2325894" y="276192"/>
                </a:lnTo>
                <a:lnTo>
                  <a:pt x="2239598" y="267464"/>
                </a:lnTo>
                <a:cubicBezTo>
                  <a:pt x="2100173" y="238852"/>
                  <a:pt x="1985178" y="142334"/>
                  <a:pt x="1930848" y="14141"/>
                </a:cubicBezTo>
                <a:close/>
                <a:moveTo>
                  <a:pt x="1794114" y="0"/>
                </a:moveTo>
                <a:lnTo>
                  <a:pt x="1818202" y="0"/>
                </a:lnTo>
                <a:lnTo>
                  <a:pt x="1835170" y="54535"/>
                </a:lnTo>
                <a:cubicBezTo>
                  <a:pt x="1902650" y="213778"/>
                  <a:pt x="2045483" y="333656"/>
                  <a:pt x="2218687" y="369191"/>
                </a:cubicBezTo>
                <a:lnTo>
                  <a:pt x="2325894" y="380032"/>
                </a:lnTo>
                <a:lnTo>
                  <a:pt x="2325894" y="403132"/>
                </a:lnTo>
                <a:lnTo>
                  <a:pt x="2214043" y="391825"/>
                </a:lnTo>
                <a:cubicBezTo>
                  <a:pt x="2033333" y="354761"/>
                  <a:pt x="1884299" y="229720"/>
                  <a:pt x="1813889" y="63559"/>
                </a:cubicBezTo>
                <a:close/>
                <a:moveTo>
                  <a:pt x="1661683" y="0"/>
                </a:moveTo>
                <a:lnTo>
                  <a:pt x="1685874" y="0"/>
                </a:lnTo>
                <a:lnTo>
                  <a:pt x="1718212" y="103965"/>
                </a:lnTo>
                <a:cubicBezTo>
                  <a:pt x="1801772" y="301203"/>
                  <a:pt x="1978643" y="449654"/>
                  <a:pt x="2193133" y="493659"/>
                </a:cubicBezTo>
                <a:lnTo>
                  <a:pt x="2325894" y="507083"/>
                </a:lnTo>
                <a:lnTo>
                  <a:pt x="2325894" y="530183"/>
                </a:lnTo>
                <a:lnTo>
                  <a:pt x="2188450" y="516288"/>
                </a:lnTo>
                <a:cubicBezTo>
                  <a:pt x="1966399" y="470740"/>
                  <a:pt x="1783312" y="317082"/>
                  <a:pt x="1696817" y="112939"/>
                </a:cubicBezTo>
                <a:close/>
                <a:moveTo>
                  <a:pt x="1531553" y="0"/>
                </a:moveTo>
                <a:lnTo>
                  <a:pt x="1554659" y="0"/>
                </a:lnTo>
                <a:lnTo>
                  <a:pt x="1555243" y="5776"/>
                </a:lnTo>
                <a:cubicBezTo>
                  <a:pt x="1623483" y="338327"/>
                  <a:pt x="1902268" y="594992"/>
                  <a:pt x="2245588" y="629962"/>
                </a:cubicBezTo>
                <a:lnTo>
                  <a:pt x="2325894" y="634030"/>
                </a:lnTo>
                <a:lnTo>
                  <a:pt x="2325894" y="657131"/>
                </a:lnTo>
                <a:lnTo>
                  <a:pt x="2243214" y="652943"/>
                </a:lnTo>
                <a:cubicBezTo>
                  <a:pt x="1889750" y="616944"/>
                  <a:pt x="1602834" y="352727"/>
                  <a:pt x="1532607" y="10419"/>
                </a:cubicBezTo>
                <a:close/>
                <a:moveTo>
                  <a:pt x="1404609" y="0"/>
                </a:moveTo>
                <a:lnTo>
                  <a:pt x="1427709" y="0"/>
                </a:lnTo>
                <a:lnTo>
                  <a:pt x="1430873" y="31287"/>
                </a:lnTo>
                <a:cubicBezTo>
                  <a:pt x="1510102" y="417452"/>
                  <a:pt x="1833798" y="715609"/>
                  <a:pt x="2232606" y="756233"/>
                </a:cubicBezTo>
                <a:lnTo>
                  <a:pt x="2325894" y="760959"/>
                </a:lnTo>
                <a:lnTo>
                  <a:pt x="2325894" y="784060"/>
                </a:lnTo>
                <a:lnTo>
                  <a:pt x="2230270" y="779216"/>
                </a:lnTo>
                <a:cubicBezTo>
                  <a:pt x="1821463" y="737574"/>
                  <a:pt x="1489501" y="431938"/>
                  <a:pt x="1408246" y="35964"/>
                </a:cubicBezTo>
                <a:close/>
                <a:moveTo>
                  <a:pt x="1274343" y="0"/>
                </a:moveTo>
                <a:lnTo>
                  <a:pt x="1300756" y="0"/>
                </a:lnTo>
                <a:lnTo>
                  <a:pt x="1306507" y="56884"/>
                </a:lnTo>
                <a:cubicBezTo>
                  <a:pt x="1396745" y="496788"/>
                  <a:pt x="1765420" y="836372"/>
                  <a:pt x="2219643" y="882640"/>
                </a:cubicBezTo>
                <a:lnTo>
                  <a:pt x="2325894" y="888022"/>
                </a:lnTo>
                <a:lnTo>
                  <a:pt x="2325894" y="911123"/>
                </a:lnTo>
                <a:lnTo>
                  <a:pt x="2217286" y="905621"/>
                </a:lnTo>
                <a:cubicBezTo>
                  <a:pt x="1752979" y="858324"/>
                  <a:pt x="1376027" y="511189"/>
                  <a:pt x="1283761" y="61528"/>
                </a:cubicBezTo>
                <a:close/>
                <a:moveTo>
                  <a:pt x="1146071" y="0"/>
                </a:moveTo>
                <a:lnTo>
                  <a:pt x="1169414" y="0"/>
                </a:lnTo>
                <a:lnTo>
                  <a:pt x="1182030" y="82429"/>
                </a:lnTo>
                <a:cubicBezTo>
                  <a:pt x="1283296" y="576000"/>
                  <a:pt x="1697029" y="957001"/>
                  <a:pt x="2206679" y="1008912"/>
                </a:cubicBezTo>
                <a:lnTo>
                  <a:pt x="2325894" y="1014951"/>
                </a:lnTo>
                <a:lnTo>
                  <a:pt x="2325894" y="1038052"/>
                </a:lnTo>
                <a:lnTo>
                  <a:pt x="2204323" y="1031893"/>
                </a:lnTo>
                <a:cubicBezTo>
                  <a:pt x="1684600" y="978953"/>
                  <a:pt x="1262670" y="590398"/>
                  <a:pt x="1159398" y="87072"/>
                </a:cubicBezTo>
                <a:close/>
                <a:moveTo>
                  <a:pt x="1017789" y="0"/>
                </a:moveTo>
                <a:lnTo>
                  <a:pt x="1041132" y="0"/>
                </a:lnTo>
                <a:lnTo>
                  <a:pt x="1057661" y="107992"/>
                </a:lnTo>
                <a:cubicBezTo>
                  <a:pt x="1169939" y="655229"/>
                  <a:pt x="1628650" y="1077653"/>
                  <a:pt x="2193716" y="1135208"/>
                </a:cubicBezTo>
                <a:lnTo>
                  <a:pt x="2325894" y="1141903"/>
                </a:lnTo>
                <a:lnTo>
                  <a:pt x="2325894" y="1165004"/>
                </a:lnTo>
                <a:lnTo>
                  <a:pt x="2191361" y="1158189"/>
                </a:lnTo>
                <a:cubicBezTo>
                  <a:pt x="1616222" y="1099606"/>
                  <a:pt x="1149313" y="669630"/>
                  <a:pt x="1035029" y="112636"/>
                </a:cubicBezTo>
                <a:close/>
                <a:moveTo>
                  <a:pt x="889397" y="0"/>
                </a:moveTo>
                <a:lnTo>
                  <a:pt x="912837" y="0"/>
                </a:lnTo>
                <a:lnTo>
                  <a:pt x="933296" y="133667"/>
                </a:lnTo>
                <a:cubicBezTo>
                  <a:pt x="1056582" y="734570"/>
                  <a:pt x="1560272" y="1198411"/>
                  <a:pt x="2180754" y="1261608"/>
                </a:cubicBezTo>
                <a:lnTo>
                  <a:pt x="2325894" y="1268960"/>
                </a:lnTo>
                <a:lnTo>
                  <a:pt x="2325894" y="1292061"/>
                </a:lnTo>
                <a:lnTo>
                  <a:pt x="2178378" y="1284588"/>
                </a:lnTo>
                <a:cubicBezTo>
                  <a:pt x="1547742" y="1220351"/>
                  <a:pt x="1035844" y="748879"/>
                  <a:pt x="910550" y="138199"/>
                </a:cubicBezTo>
                <a:close/>
                <a:moveTo>
                  <a:pt x="761929" y="0"/>
                </a:moveTo>
                <a:lnTo>
                  <a:pt x="785032" y="0"/>
                </a:lnTo>
                <a:lnTo>
                  <a:pt x="785312" y="5523"/>
                </a:lnTo>
                <a:cubicBezTo>
                  <a:pt x="859466" y="733364"/>
                  <a:pt x="1439889" y="1313736"/>
                  <a:pt x="2167790" y="1387884"/>
                </a:cubicBezTo>
                <a:lnTo>
                  <a:pt x="2325894" y="1395894"/>
                </a:lnTo>
                <a:lnTo>
                  <a:pt x="2325894" y="1418995"/>
                </a:lnTo>
                <a:lnTo>
                  <a:pt x="2165434" y="1410866"/>
                </a:lnTo>
                <a:cubicBezTo>
                  <a:pt x="1426685" y="1335609"/>
                  <a:pt x="837591" y="746563"/>
                  <a:pt x="762328" y="7877"/>
                </a:cubicBezTo>
                <a:close/>
                <a:moveTo>
                  <a:pt x="634980" y="0"/>
                </a:moveTo>
                <a:lnTo>
                  <a:pt x="658083" y="0"/>
                </a:lnTo>
                <a:lnTo>
                  <a:pt x="659019" y="18476"/>
                </a:lnTo>
                <a:cubicBezTo>
                  <a:pt x="739252" y="805990"/>
                  <a:pt x="1367247" y="1433931"/>
                  <a:pt x="2154827" y="1514157"/>
                </a:cubicBezTo>
                <a:lnTo>
                  <a:pt x="2325894" y="1522823"/>
                </a:lnTo>
                <a:lnTo>
                  <a:pt x="2325894" y="1545924"/>
                </a:lnTo>
                <a:lnTo>
                  <a:pt x="2152472" y="1537138"/>
                </a:lnTo>
                <a:cubicBezTo>
                  <a:pt x="1354048" y="1455804"/>
                  <a:pt x="717377" y="819188"/>
                  <a:pt x="636036" y="20831"/>
                </a:cubicBezTo>
                <a:close/>
                <a:moveTo>
                  <a:pt x="507911" y="0"/>
                </a:moveTo>
                <a:lnTo>
                  <a:pt x="531128" y="0"/>
                </a:lnTo>
                <a:lnTo>
                  <a:pt x="532727" y="31559"/>
                </a:lnTo>
                <a:cubicBezTo>
                  <a:pt x="619037" y="878744"/>
                  <a:pt x="1294606" y="1554259"/>
                  <a:pt x="2141864" y="1640562"/>
                </a:cubicBezTo>
                <a:lnTo>
                  <a:pt x="2325894" y="1649885"/>
                </a:lnTo>
                <a:lnTo>
                  <a:pt x="2325894" y="1672981"/>
                </a:lnTo>
                <a:lnTo>
                  <a:pt x="2139488" y="1663539"/>
                </a:lnTo>
                <a:cubicBezTo>
                  <a:pt x="1281294" y="1576127"/>
                  <a:pt x="597044" y="891939"/>
                  <a:pt x="509624" y="33818"/>
                </a:cubicBezTo>
                <a:close/>
                <a:moveTo>
                  <a:pt x="380961" y="0"/>
                </a:moveTo>
                <a:lnTo>
                  <a:pt x="404065" y="0"/>
                </a:lnTo>
                <a:lnTo>
                  <a:pt x="406316" y="44437"/>
                </a:lnTo>
                <a:cubicBezTo>
                  <a:pt x="498717" y="951387"/>
                  <a:pt x="1221951" y="1674473"/>
                  <a:pt x="2128900" y="1766854"/>
                </a:cubicBezTo>
                <a:lnTo>
                  <a:pt x="2325894" y="1776833"/>
                </a:lnTo>
                <a:lnTo>
                  <a:pt x="2325894" y="1799934"/>
                </a:lnTo>
                <a:lnTo>
                  <a:pt x="2126525" y="1789835"/>
                </a:lnTo>
                <a:cubicBezTo>
                  <a:pt x="1208653" y="1696346"/>
                  <a:pt x="476829" y="964585"/>
                  <a:pt x="383332" y="46792"/>
                </a:cubicBezTo>
                <a:close/>
                <a:moveTo>
                  <a:pt x="254013" y="0"/>
                </a:moveTo>
                <a:lnTo>
                  <a:pt x="277116" y="0"/>
                </a:lnTo>
                <a:lnTo>
                  <a:pt x="280023" y="57371"/>
                </a:lnTo>
                <a:cubicBezTo>
                  <a:pt x="378489" y="1023914"/>
                  <a:pt x="1149211" y="1794655"/>
                  <a:pt x="2115917" y="1893125"/>
                </a:cubicBezTo>
                <a:lnTo>
                  <a:pt x="2325894" y="1903762"/>
                </a:lnTo>
                <a:lnTo>
                  <a:pt x="2325894" y="1926863"/>
                </a:lnTo>
                <a:lnTo>
                  <a:pt x="2113563" y="1916107"/>
                </a:lnTo>
                <a:cubicBezTo>
                  <a:pt x="1136012" y="1816541"/>
                  <a:pt x="356615" y="1037211"/>
                  <a:pt x="257040" y="59745"/>
                </a:cubicBezTo>
                <a:close/>
                <a:moveTo>
                  <a:pt x="126949" y="0"/>
                </a:moveTo>
                <a:lnTo>
                  <a:pt x="150160" y="0"/>
                </a:lnTo>
                <a:lnTo>
                  <a:pt x="153729" y="70454"/>
                </a:lnTo>
                <a:cubicBezTo>
                  <a:pt x="258274" y="1096671"/>
                  <a:pt x="1076570" y="1914983"/>
                  <a:pt x="2102955" y="2019530"/>
                </a:cubicBezTo>
                <a:lnTo>
                  <a:pt x="2325894" y="2030824"/>
                </a:lnTo>
                <a:lnTo>
                  <a:pt x="2325894" y="2053925"/>
                </a:lnTo>
                <a:lnTo>
                  <a:pt x="2100598" y="2042512"/>
                </a:lnTo>
                <a:cubicBezTo>
                  <a:pt x="1063358" y="1936856"/>
                  <a:pt x="236298" y="1109866"/>
                  <a:pt x="130633" y="72714"/>
                </a:cubicBezTo>
                <a:close/>
                <a:moveTo>
                  <a:pt x="0" y="0"/>
                </a:moveTo>
                <a:lnTo>
                  <a:pt x="23103" y="0"/>
                </a:lnTo>
                <a:lnTo>
                  <a:pt x="27324" y="83311"/>
                </a:lnTo>
                <a:cubicBezTo>
                  <a:pt x="137958" y="1169290"/>
                  <a:pt x="1003916" y="2035178"/>
                  <a:pt x="2089991" y="2145803"/>
                </a:cubicBezTo>
                <a:lnTo>
                  <a:pt x="2325894" y="2157753"/>
                </a:lnTo>
                <a:lnTo>
                  <a:pt x="2325894" y="2180854"/>
                </a:lnTo>
                <a:lnTo>
                  <a:pt x="2087636" y="2168784"/>
                </a:lnTo>
                <a:cubicBezTo>
                  <a:pt x="990717" y="2057051"/>
                  <a:pt x="116084" y="1182492"/>
                  <a:pt x="4341" y="85667"/>
                </a:cubicBezTo>
                <a:close/>
              </a:path>
            </a:pathLst>
          </a:custGeom>
          <a:solidFill>
            <a:srgbClr val="E6F0FE"/>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755904" y="2825496"/>
            <a:ext cx="10680192" cy="28346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836823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5 Colum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950ED98-B5D1-206C-403F-FA954F9D2CFF}"/>
              </a:ext>
            </a:extLst>
          </p:cNvPr>
          <p:cNvSpPr/>
          <p:nvPr userDrawn="1"/>
        </p:nvSpPr>
        <p:spPr>
          <a:xfrm>
            <a:off x="685338"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E8643CE-01D9-3E5E-15F6-20689F775F15}"/>
              </a:ext>
            </a:extLst>
          </p:cNvPr>
          <p:cNvSpPr/>
          <p:nvPr userDrawn="1"/>
        </p:nvSpPr>
        <p:spPr>
          <a:xfrm>
            <a:off x="2900911"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AF82DDD-EDEC-7D87-F43A-113C5E4A4FE7}"/>
              </a:ext>
            </a:extLst>
          </p:cNvPr>
          <p:cNvSpPr/>
          <p:nvPr userDrawn="1"/>
        </p:nvSpPr>
        <p:spPr>
          <a:xfrm>
            <a:off x="5116484"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47E492E-967F-54B7-55B1-08A5E1C3615B}"/>
              </a:ext>
            </a:extLst>
          </p:cNvPr>
          <p:cNvSpPr/>
          <p:nvPr userDrawn="1"/>
        </p:nvSpPr>
        <p:spPr>
          <a:xfrm>
            <a:off x="9547629"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C0053FE-E44A-CA97-F782-67FC633E722E}"/>
              </a:ext>
            </a:extLst>
          </p:cNvPr>
          <p:cNvSpPr/>
          <p:nvPr userDrawn="1"/>
        </p:nvSpPr>
        <p:spPr>
          <a:xfrm>
            <a:off x="7332057"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445A0A-815D-3414-088B-C041E6742DBE}"/>
              </a:ext>
            </a:extLst>
          </p:cNvPr>
          <p:cNvSpPr>
            <a:spLocks noGrp="1"/>
          </p:cNvSpPr>
          <p:nvPr>
            <p:ph type="title"/>
          </p:nvPr>
        </p:nvSpPr>
        <p:spPr>
          <a:xfrm>
            <a:off x="758952" y="841248"/>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17B5E29-6335-83BC-FA01-FAE422D2658B}"/>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36476D1-B61A-E9FD-E266-768B405CC30B}"/>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46" name="Text Placeholder 2">
            <a:extLst>
              <a:ext uri="{FF2B5EF4-FFF2-40B4-BE49-F238E27FC236}">
                <a16:creationId xmlns:a16="http://schemas.microsoft.com/office/drawing/2014/main" id="{C025625F-8274-840F-6DD8-D36687CB8F7E}"/>
              </a:ext>
            </a:extLst>
          </p:cNvPr>
          <p:cNvSpPr>
            <a:spLocks noGrp="1"/>
          </p:cNvSpPr>
          <p:nvPr>
            <p:ph type="body" idx="1"/>
          </p:nvPr>
        </p:nvSpPr>
        <p:spPr>
          <a:xfrm>
            <a:off x="685338"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4" name="Picture Placeholder 62">
            <a:extLst>
              <a:ext uri="{FF2B5EF4-FFF2-40B4-BE49-F238E27FC236}">
                <a16:creationId xmlns:a16="http://schemas.microsoft.com/office/drawing/2014/main" id="{2F18FBB7-2D21-7954-1324-C7D3BFE5C85D}"/>
              </a:ext>
            </a:extLst>
          </p:cNvPr>
          <p:cNvSpPr>
            <a:spLocks noGrp="1"/>
          </p:cNvSpPr>
          <p:nvPr>
            <p:ph type="pic" sz="quarter" idx="23"/>
          </p:nvPr>
        </p:nvSpPr>
        <p:spPr>
          <a:xfrm>
            <a:off x="1339134"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a:extLst>
              <a:ext uri="{FF2B5EF4-FFF2-40B4-BE49-F238E27FC236}">
                <a16:creationId xmlns:a16="http://schemas.microsoft.com/office/drawing/2014/main" id="{2EF54C35-5F8E-4E0A-AB4D-97E38121910A}"/>
              </a:ext>
            </a:extLst>
          </p:cNvPr>
          <p:cNvSpPr>
            <a:spLocks noGrp="1"/>
          </p:cNvSpPr>
          <p:nvPr>
            <p:ph type="body" sz="quarter" idx="18"/>
          </p:nvPr>
        </p:nvSpPr>
        <p:spPr>
          <a:xfrm>
            <a:off x="731058"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7" name="Text Placeholder 4">
            <a:extLst>
              <a:ext uri="{FF2B5EF4-FFF2-40B4-BE49-F238E27FC236}">
                <a16:creationId xmlns:a16="http://schemas.microsoft.com/office/drawing/2014/main" id="{79F9AD31-B0C5-3563-C73A-8B6297FCFD1C}"/>
              </a:ext>
            </a:extLst>
          </p:cNvPr>
          <p:cNvSpPr>
            <a:spLocks noGrp="1"/>
          </p:cNvSpPr>
          <p:nvPr>
            <p:ph type="body" sz="quarter" idx="3"/>
          </p:nvPr>
        </p:nvSpPr>
        <p:spPr>
          <a:xfrm>
            <a:off x="2900910"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8" name="Picture Placeholder 62">
            <a:extLst>
              <a:ext uri="{FF2B5EF4-FFF2-40B4-BE49-F238E27FC236}">
                <a16:creationId xmlns:a16="http://schemas.microsoft.com/office/drawing/2014/main" id="{05E8E8EF-4954-870B-04E5-82BC660A6738}"/>
              </a:ext>
            </a:extLst>
          </p:cNvPr>
          <p:cNvSpPr>
            <a:spLocks noGrp="1"/>
          </p:cNvSpPr>
          <p:nvPr>
            <p:ph type="pic" sz="quarter" idx="27"/>
          </p:nvPr>
        </p:nvSpPr>
        <p:spPr>
          <a:xfrm>
            <a:off x="3554707"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8" name="Text Placeholder 51">
            <a:extLst>
              <a:ext uri="{FF2B5EF4-FFF2-40B4-BE49-F238E27FC236}">
                <a16:creationId xmlns:a16="http://schemas.microsoft.com/office/drawing/2014/main" id="{75981CD1-EA26-D1CF-F19E-B58C16BA8A69}"/>
              </a:ext>
            </a:extLst>
          </p:cNvPr>
          <p:cNvSpPr>
            <a:spLocks noGrp="1"/>
          </p:cNvSpPr>
          <p:nvPr>
            <p:ph type="body" sz="quarter" idx="19"/>
          </p:nvPr>
        </p:nvSpPr>
        <p:spPr>
          <a:xfrm>
            <a:off x="2946630"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8" name="Text Placeholder 4">
            <a:extLst>
              <a:ext uri="{FF2B5EF4-FFF2-40B4-BE49-F238E27FC236}">
                <a16:creationId xmlns:a16="http://schemas.microsoft.com/office/drawing/2014/main" id="{3A09BBD1-5CBC-B0EF-71C0-054FCB989BC6}"/>
              </a:ext>
            </a:extLst>
          </p:cNvPr>
          <p:cNvSpPr>
            <a:spLocks noGrp="1"/>
          </p:cNvSpPr>
          <p:nvPr>
            <p:ph type="body" sz="quarter" idx="13"/>
          </p:nvPr>
        </p:nvSpPr>
        <p:spPr>
          <a:xfrm>
            <a:off x="5116484"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7" name="Picture Placeholder 62">
            <a:extLst>
              <a:ext uri="{FF2B5EF4-FFF2-40B4-BE49-F238E27FC236}">
                <a16:creationId xmlns:a16="http://schemas.microsoft.com/office/drawing/2014/main" id="{4AD0C8C9-DB5A-6DC8-2729-A21F1A5CF174}"/>
              </a:ext>
            </a:extLst>
          </p:cNvPr>
          <p:cNvSpPr>
            <a:spLocks noGrp="1"/>
          </p:cNvSpPr>
          <p:nvPr>
            <p:ph type="pic" sz="quarter" idx="26"/>
          </p:nvPr>
        </p:nvSpPr>
        <p:spPr>
          <a:xfrm>
            <a:off x="5770280"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9" name="Text Placeholder 51">
            <a:extLst>
              <a:ext uri="{FF2B5EF4-FFF2-40B4-BE49-F238E27FC236}">
                <a16:creationId xmlns:a16="http://schemas.microsoft.com/office/drawing/2014/main" id="{F02DE2DC-F65C-32A5-5821-89FB2F53C325}"/>
              </a:ext>
            </a:extLst>
          </p:cNvPr>
          <p:cNvSpPr>
            <a:spLocks noGrp="1"/>
          </p:cNvSpPr>
          <p:nvPr>
            <p:ph type="body" sz="quarter" idx="20"/>
          </p:nvPr>
        </p:nvSpPr>
        <p:spPr>
          <a:xfrm>
            <a:off x="5162204"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9" name="Text Placeholder 4">
            <a:extLst>
              <a:ext uri="{FF2B5EF4-FFF2-40B4-BE49-F238E27FC236}">
                <a16:creationId xmlns:a16="http://schemas.microsoft.com/office/drawing/2014/main" id="{084A0326-A0B8-1723-B8BA-B015344F2DCE}"/>
              </a:ext>
            </a:extLst>
          </p:cNvPr>
          <p:cNvSpPr>
            <a:spLocks noGrp="1"/>
          </p:cNvSpPr>
          <p:nvPr>
            <p:ph type="body" sz="quarter" idx="15"/>
          </p:nvPr>
        </p:nvSpPr>
        <p:spPr>
          <a:xfrm>
            <a:off x="7332057"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6" name="Picture Placeholder 62">
            <a:extLst>
              <a:ext uri="{FF2B5EF4-FFF2-40B4-BE49-F238E27FC236}">
                <a16:creationId xmlns:a16="http://schemas.microsoft.com/office/drawing/2014/main" id="{139354A0-F5DF-3AC5-5E8B-A41146C26F3C}"/>
              </a:ext>
            </a:extLst>
          </p:cNvPr>
          <p:cNvSpPr>
            <a:spLocks noGrp="1"/>
          </p:cNvSpPr>
          <p:nvPr>
            <p:ph type="pic" sz="quarter" idx="25"/>
          </p:nvPr>
        </p:nvSpPr>
        <p:spPr>
          <a:xfrm>
            <a:off x="7985853"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a:extLst>
              <a:ext uri="{FF2B5EF4-FFF2-40B4-BE49-F238E27FC236}">
                <a16:creationId xmlns:a16="http://schemas.microsoft.com/office/drawing/2014/main" id="{E9730E82-F317-686A-8777-D81705BCC706}"/>
              </a:ext>
            </a:extLst>
          </p:cNvPr>
          <p:cNvSpPr>
            <a:spLocks noGrp="1"/>
          </p:cNvSpPr>
          <p:nvPr>
            <p:ph type="body" sz="quarter" idx="21"/>
          </p:nvPr>
        </p:nvSpPr>
        <p:spPr>
          <a:xfrm>
            <a:off x="7377777"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50" name="Text Placeholder 4">
            <a:extLst>
              <a:ext uri="{FF2B5EF4-FFF2-40B4-BE49-F238E27FC236}">
                <a16:creationId xmlns:a16="http://schemas.microsoft.com/office/drawing/2014/main" id="{0E3B57F3-1903-446F-D989-D6CA342D0861}"/>
              </a:ext>
            </a:extLst>
          </p:cNvPr>
          <p:cNvSpPr>
            <a:spLocks noGrp="1"/>
          </p:cNvSpPr>
          <p:nvPr>
            <p:ph type="body" sz="quarter" idx="17"/>
          </p:nvPr>
        </p:nvSpPr>
        <p:spPr>
          <a:xfrm>
            <a:off x="9547629"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5" name="Picture Placeholder 62">
            <a:extLst>
              <a:ext uri="{FF2B5EF4-FFF2-40B4-BE49-F238E27FC236}">
                <a16:creationId xmlns:a16="http://schemas.microsoft.com/office/drawing/2014/main" id="{D5BF3A8A-72F1-392E-855B-5B36E244A7FD}"/>
              </a:ext>
            </a:extLst>
          </p:cNvPr>
          <p:cNvSpPr>
            <a:spLocks noGrp="1"/>
          </p:cNvSpPr>
          <p:nvPr>
            <p:ph type="pic" sz="quarter" idx="24"/>
          </p:nvPr>
        </p:nvSpPr>
        <p:spPr>
          <a:xfrm>
            <a:off x="10201425"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a:extLst>
              <a:ext uri="{FF2B5EF4-FFF2-40B4-BE49-F238E27FC236}">
                <a16:creationId xmlns:a16="http://schemas.microsoft.com/office/drawing/2014/main" id="{2AED5DDC-3165-FA12-0310-E3545223E292}"/>
              </a:ext>
            </a:extLst>
          </p:cNvPr>
          <p:cNvSpPr>
            <a:spLocks noGrp="1"/>
          </p:cNvSpPr>
          <p:nvPr>
            <p:ph type="body" sz="quarter" idx="22"/>
          </p:nvPr>
        </p:nvSpPr>
        <p:spPr>
          <a:xfrm>
            <a:off x="9593349"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Tree>
    <p:extLst>
      <p:ext uri="{BB962C8B-B14F-4D97-AF65-F5344CB8AC3E}">
        <p14:creationId xmlns:p14="http://schemas.microsoft.com/office/powerpoint/2010/main" val="37660757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Comparison">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endParaRPr lang="en-US" dirty="0"/>
          </a:p>
        </p:txBody>
      </p:sp>
      <p:sp>
        <p:nvSpPr>
          <p:cNvPr id="11" name="Image 0" descr="preencoded.png">
            <a:extLst>
              <a:ext uri="{FF2B5EF4-FFF2-40B4-BE49-F238E27FC236}">
                <a16:creationId xmlns:a16="http://schemas.microsoft.com/office/drawing/2014/main" id="{CD2D664E-6702-6607-A37E-2E996144917C}"/>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descr="preencoded.png">
            <a:extLst>
              <a:ext uri="{FF2B5EF4-FFF2-40B4-BE49-F238E27FC236}">
                <a16:creationId xmlns:a16="http://schemas.microsoft.com/office/drawing/2014/main" id="{951C5737-DF7E-D671-AC74-9E488335BCA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descr="preencoded.png">
            <a:extLst>
              <a:ext uri="{FF2B5EF4-FFF2-40B4-BE49-F238E27FC236}">
                <a16:creationId xmlns:a16="http://schemas.microsoft.com/office/drawing/2014/main" id="{B9036D42-A06F-E6EE-BB91-8BAF045198BE}"/>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descr="preencoded.png">
            <a:extLst>
              <a:ext uri="{FF2B5EF4-FFF2-40B4-BE49-F238E27FC236}">
                <a16:creationId xmlns:a16="http://schemas.microsoft.com/office/drawing/2014/main" id="{86E0540C-3355-A50D-AC61-047B54B70C64}"/>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xmlns="" r:embed="rId5"/>
              </a:ext>
            </a:extLst>
          </a:blip>
          <a:srcRect/>
          <a:stretch/>
        </p:blipFill>
        <p:spPr>
          <a:xfrm>
            <a:off x="1718457" y="3440504"/>
            <a:ext cx="1719263" cy="1724025"/>
          </a:xfrm>
          <a:prstGeom prst="rect">
            <a:avLst/>
          </a:prstGeom>
        </p:spPr>
      </p:pic>
      <p:sp>
        <p:nvSpPr>
          <p:cNvPr id="3" name="Text Placeholder 2"/>
          <p:cNvSpPr>
            <a:spLocks noGrp="1"/>
          </p:cNvSpPr>
          <p:nvPr>
            <p:ph type="body" idx="1"/>
          </p:nvPr>
        </p:nvSpPr>
        <p:spPr>
          <a:xfrm>
            <a:off x="397764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68503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04672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75411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71605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10/5/2026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3599835583"/>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72"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github.com/amelcharolinesgn2/AWS" TargetMode="External"/><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hyperlink" Target="https://github.com/amelcharolinesgn2/AW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webp"/><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32.webp"/><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33.webp"/><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34.webp"/><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image" Target="../media/image37.webp"/><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image" Target="../media/image40.webp"/><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44.webp"/><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image" Target="../media/image45.webp"/><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image" Target="../media/image47.webp"/><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image" Target="../media/image48.webp"/><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image" Target="../media/image49.webp"/><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51.png"/><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5.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50.xml.rels><?xml version="1.0" encoding="UTF-8" standalone="yes"?>
<Relationships xmlns="http://schemas.openxmlformats.org/package/2006/relationships"><Relationship Id="rId2" Type="http://schemas.openxmlformats.org/officeDocument/2006/relationships/image" Target="../media/image58.jpg"/><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image" Target="../media/image59.jpg"/><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hyperlink" Target="https://github.com/amelcharolinesgn2/AWS"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3"/>
          <a:stretch>
            <a:fillRect/>
          </a:stretch>
        </p:blipFill>
        <p:spPr>
          <a:xfrm>
            <a:off x="119891" y="0"/>
            <a:ext cx="5305425" cy="3381375"/>
          </a:xfrm>
          <a:prstGeom prst="rect">
            <a:avLst/>
          </a:prstGeom>
        </p:spPr>
      </p:pic>
      <p:grpSp>
        <p:nvGrpSpPr>
          <p:cNvPr id="9" name="Group 8"/>
          <p:cNvGrpSpPr/>
          <p:nvPr/>
        </p:nvGrpSpPr>
        <p:grpSpPr>
          <a:xfrm>
            <a:off x="370421" y="1795824"/>
            <a:ext cx="4804363" cy="1929688"/>
            <a:chOff x="89638" y="359621"/>
            <a:chExt cx="4804363" cy="1929688"/>
          </a:xfrm>
        </p:grpSpPr>
        <p:pic>
          <p:nvPicPr>
            <p:cNvPr id="10" name="Picture 9"/>
            <p:cNvPicPr>
              <a:picLocks noChangeAspect="1"/>
            </p:cNvPicPr>
            <p:nvPr/>
          </p:nvPicPr>
          <p:blipFill>
            <a:blip r:embed="rId4"/>
            <a:stretch>
              <a:fillRect/>
            </a:stretch>
          </p:blipFill>
          <p:spPr>
            <a:xfrm>
              <a:off x="235105" y="1881965"/>
              <a:ext cx="3104181" cy="263526"/>
            </a:xfrm>
            <a:prstGeom prst="rect">
              <a:avLst/>
            </a:prstGeom>
          </p:spPr>
        </p:pic>
        <p:sp>
          <p:nvSpPr>
            <p:cNvPr id="11" name="Title 4">
              <a:extLst>
                <a:ext uri="{FF2B5EF4-FFF2-40B4-BE49-F238E27FC236}">
                  <a16:creationId xmlns:a16="http://schemas.microsoft.com/office/drawing/2014/main" id="{27228BAE-048B-681E-DD8D-BD96B22560E0}"/>
                </a:ext>
              </a:extLst>
            </p:cNvPr>
            <p:cNvSpPr txBox="1">
              <a:spLocks/>
            </p:cNvSpPr>
            <p:nvPr/>
          </p:nvSpPr>
          <p:spPr>
            <a:xfrm>
              <a:off x="89638" y="1389204"/>
              <a:ext cx="4804363" cy="90010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4000" dirty="0" smtClean="0">
                  <a:solidFill>
                    <a:schemeClr val="accent1">
                      <a:lumMod val="75000"/>
                    </a:schemeClr>
                  </a:solidFill>
                </a:rPr>
                <a:t>Computer </a:t>
              </a:r>
              <a:r>
                <a:rPr lang="en-US" sz="4000" dirty="0" smtClean="0">
                  <a:solidFill>
                    <a:srgbClr val="00B0F0"/>
                  </a:solidFill>
                </a:rPr>
                <a:t>Vision</a:t>
              </a:r>
              <a:endParaRPr lang="en-US" sz="4000" dirty="0">
                <a:solidFill>
                  <a:srgbClr val="00B0F0"/>
                </a:solidFill>
              </a:endParaRPr>
            </a:p>
          </p:txBody>
        </p:sp>
        <p:grpSp>
          <p:nvGrpSpPr>
            <p:cNvPr id="12" name="Group 11">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19" name="Freeform 18">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20" name="Freeform 19">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3" name="Group 12">
              <a:extLst>
                <a:ext uri="{FF2B5EF4-FFF2-40B4-BE49-F238E27FC236}">
                  <a16:creationId xmlns:a16="http://schemas.microsoft.com/office/drawing/2014/main" id="{AB8BC7BC-BF58-402E-9A69-AA9226DE7CAA}"/>
                </a:ext>
              </a:extLst>
            </p:cNvPr>
            <p:cNvGrpSpPr/>
            <p:nvPr/>
          </p:nvGrpSpPr>
          <p:grpSpPr>
            <a:xfrm>
              <a:off x="1176068" y="503243"/>
              <a:ext cx="1334145" cy="620384"/>
              <a:chOff x="7439031" y="1585639"/>
              <a:chExt cx="2143740" cy="996849"/>
            </a:xfrm>
            <a:solidFill>
              <a:schemeClr val="accent6"/>
            </a:solidFill>
          </p:grpSpPr>
          <p:sp>
            <p:nvSpPr>
              <p:cNvPr id="17"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8"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560697" y="757061"/>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grpSp>
      <p:pic>
        <p:nvPicPr>
          <p:cNvPr id="4" name="Picture 3"/>
          <p:cNvPicPr>
            <a:picLocks noChangeAspect="1"/>
          </p:cNvPicPr>
          <p:nvPr/>
        </p:nvPicPr>
        <p:blipFill>
          <a:blip r:embed="rId5"/>
          <a:stretch>
            <a:fillRect/>
          </a:stretch>
        </p:blipFill>
        <p:spPr>
          <a:xfrm>
            <a:off x="2611743" y="2639596"/>
            <a:ext cx="446086" cy="635863"/>
          </a:xfrm>
          <a:prstGeom prst="rect">
            <a:avLst/>
          </a:prstGeom>
        </p:spPr>
      </p:pic>
      <p:pic>
        <p:nvPicPr>
          <p:cNvPr id="5" name="Picture 4"/>
          <p:cNvPicPr>
            <a:picLocks noChangeAspect="1"/>
          </p:cNvPicPr>
          <p:nvPr/>
        </p:nvPicPr>
        <p:blipFill>
          <a:blip r:embed="rId6"/>
          <a:stretch>
            <a:fillRect/>
          </a:stretch>
        </p:blipFill>
        <p:spPr>
          <a:xfrm>
            <a:off x="1914363" y="2655435"/>
            <a:ext cx="613391" cy="582721"/>
          </a:xfrm>
          <a:prstGeom prst="rect">
            <a:avLst/>
          </a:prstGeom>
        </p:spPr>
      </p:pic>
      <p:pic>
        <p:nvPicPr>
          <p:cNvPr id="6" name="Picture 5"/>
          <p:cNvPicPr>
            <a:picLocks noChangeAspect="1"/>
          </p:cNvPicPr>
          <p:nvPr/>
        </p:nvPicPr>
        <p:blipFill>
          <a:blip r:embed="rId7"/>
          <a:stretch>
            <a:fillRect/>
          </a:stretch>
        </p:blipFill>
        <p:spPr>
          <a:xfrm>
            <a:off x="1053045" y="2639596"/>
            <a:ext cx="599662" cy="577554"/>
          </a:xfrm>
          <a:prstGeom prst="rect">
            <a:avLst/>
          </a:prstGeom>
        </p:spPr>
      </p:pic>
      <p:sp>
        <p:nvSpPr>
          <p:cNvPr id="26" name="Subtitle 2"/>
          <p:cNvSpPr txBox="1">
            <a:spLocks/>
          </p:cNvSpPr>
          <p:nvPr/>
        </p:nvSpPr>
        <p:spPr>
          <a:xfrm>
            <a:off x="3138827" y="3783967"/>
            <a:ext cx="5287688" cy="52107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b="1" dirty="0" smtClean="0">
                <a:solidFill>
                  <a:srgbClr val="002060"/>
                </a:solidFill>
              </a:rPr>
              <a:t>Module : </a:t>
            </a:r>
            <a:endParaRPr lang="en-US" dirty="0">
              <a:solidFill>
                <a:srgbClr val="00B0F0"/>
              </a:solidFill>
            </a:endParaRPr>
          </a:p>
        </p:txBody>
      </p:sp>
      <p:sp>
        <p:nvSpPr>
          <p:cNvPr id="27" name="Title 1"/>
          <p:cNvSpPr txBox="1">
            <a:spLocks/>
          </p:cNvSpPr>
          <p:nvPr/>
        </p:nvSpPr>
        <p:spPr>
          <a:xfrm>
            <a:off x="3401214" y="3783967"/>
            <a:ext cx="6809586" cy="132556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dirty="0" smtClean="0">
                <a:solidFill>
                  <a:schemeClr val="accent2">
                    <a:lumMod val="75000"/>
                  </a:schemeClr>
                </a:solidFill>
                <a:latin typeface="Trebuchet MS"/>
                <a:cs typeface="Trebuchet MS"/>
              </a:rPr>
              <a:t>Introduction AWS </a:t>
            </a:r>
            <a:endParaRPr lang="en-US" b="1" dirty="0">
              <a:solidFill>
                <a:schemeClr val="accent2">
                  <a:lumMod val="75000"/>
                </a:schemeClr>
              </a:solidFill>
            </a:endParaRPr>
          </a:p>
        </p:txBody>
      </p:sp>
      <p:sp>
        <p:nvSpPr>
          <p:cNvPr id="25" name="Rectangle 24"/>
          <p:cNvSpPr/>
          <p:nvPr/>
        </p:nvSpPr>
        <p:spPr>
          <a:xfrm>
            <a:off x="9241690" y="5716454"/>
            <a:ext cx="2751752" cy="215444"/>
          </a:xfrm>
          <a:prstGeom prst="rect">
            <a:avLst/>
          </a:prstGeom>
        </p:spPr>
        <p:txBody>
          <a:bodyPr wrap="square">
            <a:spAutoFit/>
          </a:bodyPr>
          <a:lstStyle/>
          <a:p>
            <a:pPr algn="r"/>
            <a:r>
              <a:rPr lang="en-US" sz="800" dirty="0"/>
              <a:t>https://www.youtube.com/@AmelOline/videos</a:t>
            </a:r>
          </a:p>
        </p:txBody>
      </p:sp>
      <p:sp>
        <p:nvSpPr>
          <p:cNvPr id="28" name="Rectangle 27"/>
          <p:cNvSpPr/>
          <p:nvPr/>
        </p:nvSpPr>
        <p:spPr>
          <a:xfrm>
            <a:off x="10114085" y="5584717"/>
            <a:ext cx="1858842" cy="215444"/>
          </a:xfrm>
          <a:prstGeom prst="rect">
            <a:avLst/>
          </a:prstGeom>
        </p:spPr>
        <p:txBody>
          <a:bodyPr wrap="square">
            <a:spAutoFit/>
          </a:bodyPr>
          <a:lstStyle/>
          <a:p>
            <a:pPr algn="r"/>
            <a:r>
              <a:rPr lang="en-US" sz="800" dirty="0"/>
              <a:t>https://github.com/siagianp</a:t>
            </a:r>
          </a:p>
        </p:txBody>
      </p:sp>
      <p:sp>
        <p:nvSpPr>
          <p:cNvPr id="29" name="Rectangle 28"/>
          <p:cNvSpPr/>
          <p:nvPr/>
        </p:nvSpPr>
        <p:spPr>
          <a:xfrm>
            <a:off x="9246758" y="5867853"/>
            <a:ext cx="2747868" cy="215444"/>
          </a:xfrm>
          <a:prstGeom prst="rect">
            <a:avLst/>
          </a:prstGeom>
        </p:spPr>
        <p:txBody>
          <a:bodyPr wrap="none">
            <a:spAutoFit/>
          </a:bodyPr>
          <a:lstStyle/>
          <a:p>
            <a:pPr algn="r"/>
            <a:r>
              <a:rPr lang="en-US" sz="800" dirty="0"/>
              <a:t>https://github.com/amelcharolinesgn2/Cloud-Infrastructures</a:t>
            </a:r>
          </a:p>
        </p:txBody>
      </p:sp>
      <p:sp>
        <p:nvSpPr>
          <p:cNvPr id="30" name="Rectangle 29"/>
          <p:cNvSpPr/>
          <p:nvPr/>
        </p:nvSpPr>
        <p:spPr>
          <a:xfrm>
            <a:off x="8778681" y="6003237"/>
            <a:ext cx="3215945" cy="215444"/>
          </a:xfrm>
          <a:prstGeom prst="rect">
            <a:avLst/>
          </a:prstGeom>
        </p:spPr>
        <p:txBody>
          <a:bodyPr wrap="none">
            <a:spAutoFit/>
          </a:bodyPr>
          <a:lstStyle/>
          <a:p>
            <a:pPr algn="r"/>
            <a:r>
              <a:rPr lang="en-US" sz="800" dirty="0"/>
              <a:t>https://github.com/amelcharolinesgn2/ClouD-Infrastructure-SISKA-2025</a:t>
            </a:r>
          </a:p>
        </p:txBody>
      </p:sp>
      <p:sp>
        <p:nvSpPr>
          <p:cNvPr id="31" name="Rectangle 30"/>
          <p:cNvSpPr/>
          <p:nvPr/>
        </p:nvSpPr>
        <p:spPr>
          <a:xfrm>
            <a:off x="9241690" y="6110959"/>
            <a:ext cx="2751752" cy="215444"/>
          </a:xfrm>
          <a:prstGeom prst="rect">
            <a:avLst/>
          </a:prstGeom>
        </p:spPr>
        <p:txBody>
          <a:bodyPr wrap="square">
            <a:spAutoFit/>
          </a:bodyPr>
          <a:lstStyle/>
          <a:p>
            <a:pPr algn="r"/>
            <a:r>
              <a:rPr lang="en-US" sz="800" dirty="0"/>
              <a:t>https://</a:t>
            </a:r>
            <a:r>
              <a:rPr lang="en-US" sz="800" dirty="0" smtClean="0"/>
              <a:t>github.com/amelcharolinesgn2/CCNA1</a:t>
            </a:r>
            <a:endParaRPr lang="en-US" sz="800" dirty="0"/>
          </a:p>
        </p:txBody>
      </p:sp>
      <p:sp>
        <p:nvSpPr>
          <p:cNvPr id="32" name="Rectangle 31"/>
          <p:cNvSpPr/>
          <p:nvPr/>
        </p:nvSpPr>
        <p:spPr>
          <a:xfrm>
            <a:off x="9241690" y="6241384"/>
            <a:ext cx="2751752" cy="215444"/>
          </a:xfrm>
          <a:prstGeom prst="rect">
            <a:avLst/>
          </a:prstGeom>
        </p:spPr>
        <p:txBody>
          <a:bodyPr wrap="square">
            <a:spAutoFit/>
          </a:bodyPr>
          <a:lstStyle/>
          <a:p>
            <a:pPr algn="r"/>
            <a:r>
              <a:rPr lang="en-US" sz="800" dirty="0"/>
              <a:t>https://</a:t>
            </a:r>
            <a:r>
              <a:rPr lang="en-US" sz="800" dirty="0" smtClean="0"/>
              <a:t>github.com/amelcharolinesgn2/CCNA2</a:t>
            </a:r>
            <a:endParaRPr lang="en-US" sz="800" dirty="0"/>
          </a:p>
        </p:txBody>
      </p:sp>
      <p:sp>
        <p:nvSpPr>
          <p:cNvPr id="33" name="Rectangle 32"/>
          <p:cNvSpPr/>
          <p:nvPr/>
        </p:nvSpPr>
        <p:spPr>
          <a:xfrm>
            <a:off x="9241690" y="6339914"/>
            <a:ext cx="2751752" cy="215444"/>
          </a:xfrm>
          <a:prstGeom prst="rect">
            <a:avLst/>
          </a:prstGeom>
        </p:spPr>
        <p:txBody>
          <a:bodyPr wrap="square">
            <a:spAutoFit/>
          </a:bodyPr>
          <a:lstStyle/>
          <a:p>
            <a:pPr algn="r"/>
            <a:r>
              <a:rPr lang="en-US" sz="800" dirty="0">
                <a:hlinkClick r:id="rId8"/>
              </a:rPr>
              <a:t>https://</a:t>
            </a:r>
            <a:r>
              <a:rPr lang="en-US" sz="800" dirty="0" smtClean="0">
                <a:hlinkClick r:id="rId8"/>
              </a:rPr>
              <a:t>github.com/amelcharolinesgn2/AWS</a:t>
            </a:r>
            <a:r>
              <a:rPr lang="en-US" sz="800" dirty="0" smtClean="0"/>
              <a:t> Certificate</a:t>
            </a:r>
            <a:endParaRPr lang="en-US" sz="800" dirty="0"/>
          </a:p>
        </p:txBody>
      </p:sp>
    </p:spTree>
    <p:extLst>
      <p:ext uri="{BB962C8B-B14F-4D97-AF65-F5344CB8AC3E}">
        <p14:creationId xmlns:p14="http://schemas.microsoft.com/office/powerpoint/2010/main" val="255202416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34119" y="150950"/>
            <a:ext cx="12153900" cy="6686550"/>
          </a:xfrm>
          <a:prstGeom prst="rect">
            <a:avLst/>
          </a:prstGeom>
        </p:spPr>
      </p:pic>
      <p:sp>
        <p:nvSpPr>
          <p:cNvPr id="7" name="object 7"/>
          <p:cNvSpPr txBox="1"/>
          <p:nvPr/>
        </p:nvSpPr>
        <p:spPr>
          <a:xfrm>
            <a:off x="-1524000" y="6110959"/>
            <a:ext cx="8667750" cy="504625"/>
          </a:xfrm>
          <a:prstGeom prst="rect">
            <a:avLst/>
          </a:prstGeom>
        </p:spPr>
        <p:txBody>
          <a:bodyPr vert="horz" wrap="square" lIns="0" tIns="12065" rIns="0" bIns="0" rtlCol="0">
            <a:spAutoFit/>
          </a:bodyPr>
          <a:lstStyle/>
          <a:p>
            <a:pPr marR="62865" algn="ctr">
              <a:lnSpc>
                <a:spcPct val="100000"/>
              </a:lnSpc>
            </a:pPr>
            <a:r>
              <a:rPr sz="1600" dirty="0" smtClean="0">
                <a:latin typeface="Trebuchet MS"/>
                <a:cs typeface="Trebuchet MS"/>
              </a:rPr>
              <a:t>Slides</a:t>
            </a:r>
            <a:r>
              <a:rPr sz="1600" spc="-215" dirty="0" smtClean="0">
                <a:latin typeface="Trebuchet MS"/>
                <a:cs typeface="Trebuchet MS"/>
              </a:rPr>
              <a:t> </a:t>
            </a:r>
            <a:r>
              <a:rPr sz="1600" spc="-90" dirty="0">
                <a:latin typeface="Trebuchet MS"/>
                <a:cs typeface="Trebuchet MS"/>
              </a:rPr>
              <a:t>are</a:t>
            </a:r>
            <a:r>
              <a:rPr sz="1600" spc="-220" dirty="0">
                <a:latin typeface="Trebuchet MS"/>
                <a:cs typeface="Trebuchet MS"/>
              </a:rPr>
              <a:t> </a:t>
            </a:r>
            <a:r>
              <a:rPr sz="1600" spc="-60" dirty="0">
                <a:latin typeface="Trebuchet MS"/>
                <a:cs typeface="Trebuchet MS"/>
              </a:rPr>
              <a:t>captured</a:t>
            </a:r>
            <a:r>
              <a:rPr sz="1600" spc="-195" dirty="0">
                <a:latin typeface="Trebuchet MS"/>
                <a:cs typeface="Trebuchet MS"/>
              </a:rPr>
              <a:t> </a:t>
            </a:r>
            <a:r>
              <a:rPr sz="1600" spc="-90" dirty="0">
                <a:latin typeface="Trebuchet MS"/>
                <a:cs typeface="Trebuchet MS"/>
              </a:rPr>
              <a:t>from</a:t>
            </a:r>
            <a:r>
              <a:rPr sz="1600" spc="-204" dirty="0">
                <a:latin typeface="Trebuchet MS"/>
                <a:cs typeface="Trebuchet MS"/>
              </a:rPr>
              <a:t> </a:t>
            </a:r>
            <a:r>
              <a:rPr sz="1600" spc="80" dirty="0">
                <a:latin typeface="Trebuchet MS"/>
                <a:cs typeface="Trebuchet MS"/>
              </a:rPr>
              <a:t>AWS</a:t>
            </a:r>
            <a:r>
              <a:rPr sz="1600" spc="-200" dirty="0">
                <a:latin typeface="Trebuchet MS"/>
                <a:cs typeface="Trebuchet MS"/>
              </a:rPr>
              <a:t> </a:t>
            </a:r>
            <a:r>
              <a:rPr sz="1600" spc="-10" dirty="0">
                <a:latin typeface="Trebuchet MS"/>
                <a:cs typeface="Trebuchet MS"/>
              </a:rPr>
              <a:t>Educate.</a:t>
            </a:r>
            <a:endParaRPr sz="1600" dirty="0">
              <a:latin typeface="Trebuchet MS"/>
              <a:cs typeface="Trebuchet MS"/>
            </a:endParaRPr>
          </a:p>
          <a:p>
            <a:pPr algn="ctr">
              <a:lnSpc>
                <a:spcPct val="100000"/>
              </a:lnSpc>
            </a:pPr>
            <a:r>
              <a:rPr sz="1600" spc="-55" dirty="0">
                <a:latin typeface="Trebuchet MS"/>
                <a:cs typeface="Trebuchet MS"/>
              </a:rPr>
              <a:t>This</a:t>
            </a:r>
            <a:r>
              <a:rPr sz="1600" spc="-215" dirty="0">
                <a:latin typeface="Trebuchet MS"/>
                <a:cs typeface="Trebuchet MS"/>
              </a:rPr>
              <a:t> </a:t>
            </a:r>
            <a:r>
              <a:rPr sz="1600" dirty="0">
                <a:latin typeface="Trebuchet MS"/>
                <a:cs typeface="Trebuchet MS"/>
              </a:rPr>
              <a:t>is</a:t>
            </a:r>
            <a:r>
              <a:rPr sz="1600" spc="-215" dirty="0">
                <a:latin typeface="Trebuchet MS"/>
                <a:cs typeface="Trebuchet MS"/>
              </a:rPr>
              <a:t> </a:t>
            </a:r>
            <a:r>
              <a:rPr sz="1600" spc="-55" dirty="0">
                <a:latin typeface="Trebuchet MS"/>
                <a:cs typeface="Trebuchet MS"/>
              </a:rPr>
              <a:t>only</a:t>
            </a:r>
            <a:r>
              <a:rPr sz="1600" spc="-220" dirty="0">
                <a:latin typeface="Trebuchet MS"/>
                <a:cs typeface="Trebuchet MS"/>
              </a:rPr>
              <a:t> </a:t>
            </a:r>
            <a:r>
              <a:rPr sz="1600" spc="-130" dirty="0">
                <a:latin typeface="Trebuchet MS"/>
                <a:cs typeface="Trebuchet MS"/>
              </a:rPr>
              <a:t>for</a:t>
            </a:r>
            <a:r>
              <a:rPr sz="1600" spc="-210" dirty="0">
                <a:latin typeface="Trebuchet MS"/>
                <a:cs typeface="Trebuchet MS"/>
              </a:rPr>
              <a:t> </a:t>
            </a:r>
            <a:r>
              <a:rPr sz="1600" spc="-70" dirty="0">
                <a:latin typeface="Trebuchet MS"/>
                <a:cs typeface="Trebuchet MS"/>
              </a:rPr>
              <a:t>learning</a:t>
            </a:r>
            <a:r>
              <a:rPr sz="1600" spc="-220" dirty="0">
                <a:latin typeface="Trebuchet MS"/>
                <a:cs typeface="Trebuchet MS"/>
              </a:rPr>
              <a:t> </a:t>
            </a:r>
            <a:r>
              <a:rPr sz="1600" spc="-20" dirty="0">
                <a:latin typeface="Trebuchet MS"/>
                <a:cs typeface="Trebuchet MS"/>
              </a:rPr>
              <a:t>tools</a:t>
            </a:r>
            <a:r>
              <a:rPr sz="1600" spc="-215" dirty="0">
                <a:latin typeface="Trebuchet MS"/>
                <a:cs typeface="Trebuchet MS"/>
              </a:rPr>
              <a:t> </a:t>
            </a:r>
            <a:r>
              <a:rPr sz="1600" spc="-70" dirty="0">
                <a:latin typeface="Trebuchet MS"/>
                <a:cs typeface="Trebuchet MS"/>
              </a:rPr>
              <a:t>in</a:t>
            </a:r>
            <a:r>
              <a:rPr sz="1600" spc="-220" dirty="0">
                <a:latin typeface="Trebuchet MS"/>
                <a:cs typeface="Trebuchet MS"/>
              </a:rPr>
              <a:t> </a:t>
            </a:r>
            <a:r>
              <a:rPr sz="1600" dirty="0">
                <a:latin typeface="Trebuchet MS"/>
                <a:cs typeface="Trebuchet MS"/>
              </a:rPr>
              <a:t>Cloud</a:t>
            </a:r>
            <a:r>
              <a:rPr sz="1600" spc="-204" dirty="0">
                <a:latin typeface="Trebuchet MS"/>
                <a:cs typeface="Trebuchet MS"/>
              </a:rPr>
              <a:t> </a:t>
            </a:r>
            <a:r>
              <a:rPr sz="1600" spc="-20" dirty="0">
                <a:latin typeface="Trebuchet MS"/>
                <a:cs typeface="Trebuchet MS"/>
              </a:rPr>
              <a:t>Computing</a:t>
            </a:r>
            <a:r>
              <a:rPr sz="1600" spc="-200" dirty="0">
                <a:latin typeface="Trebuchet MS"/>
                <a:cs typeface="Trebuchet MS"/>
              </a:rPr>
              <a:t> </a:t>
            </a:r>
            <a:r>
              <a:rPr sz="1600" spc="-10" dirty="0">
                <a:latin typeface="Trebuchet MS"/>
                <a:cs typeface="Trebuchet MS"/>
              </a:rPr>
              <a:t>Course</a:t>
            </a:r>
            <a:endParaRPr sz="1600" dirty="0">
              <a:latin typeface="Trebuchet MS"/>
              <a:cs typeface="Trebuchet MS"/>
            </a:endParaRPr>
          </a:p>
        </p:txBody>
      </p:sp>
      <p:sp>
        <p:nvSpPr>
          <p:cNvPr id="8" name="object 7"/>
          <p:cNvSpPr txBox="1"/>
          <p:nvPr/>
        </p:nvSpPr>
        <p:spPr>
          <a:xfrm>
            <a:off x="304800" y="179370"/>
            <a:ext cx="11277600" cy="2289729"/>
          </a:xfrm>
          <a:prstGeom prst="rect">
            <a:avLst/>
          </a:prstGeom>
        </p:spPr>
        <p:txBody>
          <a:bodyPr vert="horz" wrap="square" lIns="0" tIns="12065" rIns="0" bIns="0" rtlCol="0">
            <a:spAutoFit/>
          </a:bodyPr>
          <a:lstStyle/>
          <a:p>
            <a:pPr marR="62865" algn="just">
              <a:lnSpc>
                <a:spcPct val="100000"/>
              </a:lnSpc>
            </a:pPr>
            <a:r>
              <a:rPr lang="en-US" sz="2800" spc="-45" dirty="0" smtClean="0">
                <a:latin typeface="Trebuchet MS"/>
                <a:cs typeface="Trebuchet MS"/>
              </a:rPr>
              <a:t>This</a:t>
            </a:r>
            <a:r>
              <a:rPr lang="en-US" sz="2800" spc="-160" dirty="0" smtClean="0">
                <a:latin typeface="Trebuchet MS"/>
                <a:cs typeface="Trebuchet MS"/>
              </a:rPr>
              <a:t> </a:t>
            </a:r>
            <a:r>
              <a:rPr lang="en-US" sz="2800" spc="-10" dirty="0" smtClean="0">
                <a:latin typeface="Trebuchet MS"/>
                <a:cs typeface="Trebuchet MS"/>
              </a:rPr>
              <a:t>slide</a:t>
            </a:r>
            <a:r>
              <a:rPr lang="en-US" sz="2800" spc="-155" dirty="0" smtClean="0">
                <a:latin typeface="Trebuchet MS"/>
                <a:cs typeface="Trebuchet MS"/>
              </a:rPr>
              <a:t> </a:t>
            </a:r>
            <a:r>
              <a:rPr lang="en-US" sz="2800" dirty="0" smtClean="0">
                <a:latin typeface="Trebuchet MS"/>
                <a:cs typeface="Trebuchet MS"/>
              </a:rPr>
              <a:t>is</a:t>
            </a:r>
            <a:r>
              <a:rPr lang="en-US" sz="2800" spc="-145" dirty="0" smtClean="0">
                <a:latin typeface="Trebuchet MS"/>
                <a:cs typeface="Trebuchet MS"/>
              </a:rPr>
              <a:t> </a:t>
            </a:r>
            <a:r>
              <a:rPr lang="en-US" sz="2800" spc="-50" dirty="0" smtClean="0">
                <a:latin typeface="Trebuchet MS"/>
                <a:cs typeface="Trebuchet MS"/>
              </a:rPr>
              <a:t>taken </a:t>
            </a:r>
          </a:p>
          <a:p>
            <a:pPr marR="62865" algn="just">
              <a:lnSpc>
                <a:spcPct val="100000"/>
              </a:lnSpc>
            </a:pPr>
            <a:r>
              <a:rPr lang="en-US" sz="2800" spc="-60" dirty="0" smtClean="0">
                <a:latin typeface="Trebuchet MS"/>
                <a:cs typeface="Trebuchet MS"/>
              </a:rPr>
              <a:t>from</a:t>
            </a:r>
            <a:r>
              <a:rPr lang="en-US" sz="2800" spc="-175" dirty="0" smtClean="0">
                <a:latin typeface="Trebuchet MS"/>
                <a:cs typeface="Trebuchet MS"/>
              </a:rPr>
              <a:t> </a:t>
            </a:r>
            <a:r>
              <a:rPr lang="en-US" sz="2800" spc="-10" dirty="0" smtClean="0">
                <a:latin typeface="Trebuchet MS"/>
                <a:cs typeface="Trebuchet MS"/>
              </a:rPr>
              <a:t>Amazon</a:t>
            </a:r>
          </a:p>
          <a:p>
            <a:pPr marR="62865" algn="just">
              <a:lnSpc>
                <a:spcPct val="100000"/>
              </a:lnSpc>
            </a:pPr>
            <a:r>
              <a:rPr lang="en-US" sz="2800" spc="-10" dirty="0" smtClean="0">
                <a:latin typeface="Trebuchet MS"/>
                <a:cs typeface="Trebuchet MS"/>
              </a:rPr>
              <a:t> </a:t>
            </a:r>
            <a:r>
              <a:rPr lang="en-US" sz="2800" spc="55" dirty="0" smtClean="0">
                <a:latin typeface="Trebuchet MS"/>
                <a:cs typeface="Trebuchet MS"/>
              </a:rPr>
              <a:t>AWS</a:t>
            </a:r>
            <a:r>
              <a:rPr lang="en-US" sz="2800" spc="-185" dirty="0" smtClean="0">
                <a:latin typeface="Trebuchet MS"/>
                <a:cs typeface="Trebuchet MS"/>
              </a:rPr>
              <a:t> </a:t>
            </a:r>
            <a:r>
              <a:rPr lang="en-US" sz="2800" spc="-10" dirty="0" smtClean="0">
                <a:latin typeface="Trebuchet MS"/>
                <a:cs typeface="Trebuchet MS"/>
              </a:rPr>
              <a:t>Educate</a:t>
            </a:r>
            <a:endParaRPr lang="en-US" sz="2800" dirty="0">
              <a:latin typeface="Trebuchet MS"/>
              <a:cs typeface="Trebuchet MS"/>
            </a:endParaRPr>
          </a:p>
          <a:p>
            <a:pPr marR="62865" algn="just">
              <a:lnSpc>
                <a:spcPct val="100000"/>
              </a:lnSpc>
            </a:pPr>
            <a:endParaRPr sz="2800" dirty="0">
              <a:latin typeface="Trebuchet MS"/>
              <a:cs typeface="Trebuchet MS"/>
            </a:endParaRPr>
          </a:p>
          <a:p>
            <a:pPr algn="ctr">
              <a:lnSpc>
                <a:spcPct val="100000"/>
              </a:lnSpc>
            </a:pPr>
            <a:r>
              <a:rPr lang="en-US" sz="3600" dirty="0" smtClean="0">
                <a:solidFill>
                  <a:schemeClr val="bg1"/>
                </a:solidFill>
                <a:latin typeface="Trebuchet MS"/>
                <a:cs typeface="Trebuchet MS"/>
              </a:rPr>
              <a:t>Introduction to Cloud Computing</a:t>
            </a:r>
            <a:endParaRPr sz="3600" dirty="0">
              <a:solidFill>
                <a:schemeClr val="bg1"/>
              </a:solidFill>
              <a:latin typeface="Trebuchet MS"/>
              <a:cs typeface="Trebuchet MS"/>
            </a:endParaRPr>
          </a:p>
        </p:txBody>
      </p:sp>
      <p:sp>
        <p:nvSpPr>
          <p:cNvPr id="9" name="Rectangle 8"/>
          <p:cNvSpPr/>
          <p:nvPr/>
        </p:nvSpPr>
        <p:spPr>
          <a:xfrm>
            <a:off x="9241690" y="5716454"/>
            <a:ext cx="2751752" cy="215444"/>
          </a:xfrm>
          <a:prstGeom prst="rect">
            <a:avLst/>
          </a:prstGeom>
        </p:spPr>
        <p:txBody>
          <a:bodyPr wrap="square">
            <a:spAutoFit/>
          </a:bodyPr>
          <a:lstStyle/>
          <a:p>
            <a:pPr algn="r"/>
            <a:r>
              <a:rPr lang="en-US" sz="800" dirty="0"/>
              <a:t>https://www.youtube.com/@AmelOline/videos</a:t>
            </a:r>
          </a:p>
        </p:txBody>
      </p:sp>
      <p:sp>
        <p:nvSpPr>
          <p:cNvPr id="10" name="Rectangle 9"/>
          <p:cNvSpPr/>
          <p:nvPr/>
        </p:nvSpPr>
        <p:spPr>
          <a:xfrm>
            <a:off x="10114085" y="5584717"/>
            <a:ext cx="1858842" cy="215444"/>
          </a:xfrm>
          <a:prstGeom prst="rect">
            <a:avLst/>
          </a:prstGeom>
        </p:spPr>
        <p:txBody>
          <a:bodyPr wrap="square">
            <a:spAutoFit/>
          </a:bodyPr>
          <a:lstStyle/>
          <a:p>
            <a:pPr algn="r"/>
            <a:r>
              <a:rPr lang="en-US" sz="800" dirty="0"/>
              <a:t>https://github.com/siagianp</a:t>
            </a:r>
          </a:p>
        </p:txBody>
      </p:sp>
      <p:sp>
        <p:nvSpPr>
          <p:cNvPr id="11" name="Rectangle 10"/>
          <p:cNvSpPr/>
          <p:nvPr/>
        </p:nvSpPr>
        <p:spPr>
          <a:xfrm>
            <a:off x="9246758" y="5867853"/>
            <a:ext cx="2747868" cy="215444"/>
          </a:xfrm>
          <a:prstGeom prst="rect">
            <a:avLst/>
          </a:prstGeom>
        </p:spPr>
        <p:txBody>
          <a:bodyPr wrap="none">
            <a:spAutoFit/>
          </a:bodyPr>
          <a:lstStyle/>
          <a:p>
            <a:pPr algn="r"/>
            <a:r>
              <a:rPr lang="en-US" sz="800" dirty="0"/>
              <a:t>https://github.com/amelcharolinesgn2/Cloud-Infrastructures</a:t>
            </a:r>
          </a:p>
        </p:txBody>
      </p:sp>
      <p:sp>
        <p:nvSpPr>
          <p:cNvPr id="12" name="Rectangle 11"/>
          <p:cNvSpPr/>
          <p:nvPr/>
        </p:nvSpPr>
        <p:spPr>
          <a:xfrm>
            <a:off x="8778681" y="6003237"/>
            <a:ext cx="3215945" cy="215444"/>
          </a:xfrm>
          <a:prstGeom prst="rect">
            <a:avLst/>
          </a:prstGeom>
        </p:spPr>
        <p:txBody>
          <a:bodyPr wrap="none">
            <a:spAutoFit/>
          </a:bodyPr>
          <a:lstStyle/>
          <a:p>
            <a:pPr algn="r"/>
            <a:r>
              <a:rPr lang="en-US" sz="800" dirty="0"/>
              <a:t>https://github.com/amelcharolinesgn2/ClouD-Infrastructure-SISKA-2025</a:t>
            </a:r>
          </a:p>
        </p:txBody>
      </p:sp>
      <p:sp>
        <p:nvSpPr>
          <p:cNvPr id="13" name="Rectangle 12"/>
          <p:cNvSpPr/>
          <p:nvPr/>
        </p:nvSpPr>
        <p:spPr>
          <a:xfrm>
            <a:off x="9241690" y="6110959"/>
            <a:ext cx="2751752" cy="215444"/>
          </a:xfrm>
          <a:prstGeom prst="rect">
            <a:avLst/>
          </a:prstGeom>
        </p:spPr>
        <p:txBody>
          <a:bodyPr wrap="square">
            <a:spAutoFit/>
          </a:bodyPr>
          <a:lstStyle/>
          <a:p>
            <a:pPr algn="r"/>
            <a:r>
              <a:rPr lang="en-US" sz="800" dirty="0"/>
              <a:t>https://</a:t>
            </a:r>
            <a:r>
              <a:rPr lang="en-US" sz="800" dirty="0" smtClean="0"/>
              <a:t>github.com/amelcharolinesgn2/CCNA1</a:t>
            </a:r>
            <a:endParaRPr lang="en-US" sz="800" dirty="0"/>
          </a:p>
        </p:txBody>
      </p:sp>
      <p:sp>
        <p:nvSpPr>
          <p:cNvPr id="14" name="Rectangle 13"/>
          <p:cNvSpPr/>
          <p:nvPr/>
        </p:nvSpPr>
        <p:spPr>
          <a:xfrm>
            <a:off x="9241690" y="6241384"/>
            <a:ext cx="2751752" cy="215444"/>
          </a:xfrm>
          <a:prstGeom prst="rect">
            <a:avLst/>
          </a:prstGeom>
        </p:spPr>
        <p:txBody>
          <a:bodyPr wrap="square">
            <a:spAutoFit/>
          </a:bodyPr>
          <a:lstStyle/>
          <a:p>
            <a:pPr algn="r"/>
            <a:r>
              <a:rPr lang="en-US" sz="800" dirty="0"/>
              <a:t>https://</a:t>
            </a:r>
            <a:r>
              <a:rPr lang="en-US" sz="800" dirty="0" smtClean="0"/>
              <a:t>github.com/amelcharolinesgn2/CCNA2</a:t>
            </a:r>
            <a:endParaRPr lang="en-US" sz="800" dirty="0"/>
          </a:p>
        </p:txBody>
      </p:sp>
      <p:sp>
        <p:nvSpPr>
          <p:cNvPr id="15" name="Rectangle 14"/>
          <p:cNvSpPr/>
          <p:nvPr/>
        </p:nvSpPr>
        <p:spPr>
          <a:xfrm>
            <a:off x="9241690" y="6339914"/>
            <a:ext cx="2751752" cy="215444"/>
          </a:xfrm>
          <a:prstGeom prst="rect">
            <a:avLst/>
          </a:prstGeom>
        </p:spPr>
        <p:txBody>
          <a:bodyPr wrap="square">
            <a:spAutoFit/>
          </a:bodyPr>
          <a:lstStyle/>
          <a:p>
            <a:pPr algn="r"/>
            <a:r>
              <a:rPr lang="en-US" sz="800" dirty="0">
                <a:hlinkClick r:id="rId4"/>
              </a:rPr>
              <a:t>https://</a:t>
            </a:r>
            <a:r>
              <a:rPr lang="en-US" sz="800" dirty="0" smtClean="0">
                <a:hlinkClick r:id="rId4"/>
              </a:rPr>
              <a:t>github.com/amelcharolinesgn2/AWS</a:t>
            </a:r>
            <a:r>
              <a:rPr lang="en-US" sz="800" dirty="0" smtClean="0"/>
              <a:t> Certificate</a:t>
            </a:r>
            <a:endParaRPr lang="en-US" sz="800" dirty="0"/>
          </a:p>
        </p:txBody>
      </p:sp>
    </p:spTree>
    <p:extLst>
      <p:ext uri="{BB962C8B-B14F-4D97-AF65-F5344CB8AC3E}">
        <p14:creationId xmlns:p14="http://schemas.microsoft.com/office/powerpoint/2010/main" val="1517489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1F66E5-D2D7-172B-46BA-FEBFE092CC7F}"/>
              </a:ext>
            </a:extLst>
          </p:cNvPr>
          <p:cNvSpPr>
            <a:spLocks noGrp="1"/>
          </p:cNvSpPr>
          <p:nvPr>
            <p:ph idx="1"/>
          </p:nvPr>
        </p:nvSpPr>
        <p:spPr>
          <a:xfrm>
            <a:off x="1066800" y="1371600"/>
            <a:ext cx="5693664" cy="3764639"/>
          </a:xfrm>
        </p:spPr>
        <p:txBody>
          <a:bodyPr/>
          <a:lstStyle/>
          <a:p>
            <a:r>
              <a:rPr lang="en-US" b="1" dirty="0">
                <a:solidFill>
                  <a:srgbClr val="002060"/>
                </a:solidFill>
              </a:rPr>
              <a:t>Introduction​</a:t>
            </a:r>
          </a:p>
          <a:p>
            <a:r>
              <a:rPr lang="en-US" b="1" dirty="0">
                <a:solidFill>
                  <a:srgbClr val="002060"/>
                </a:solidFill>
              </a:rPr>
              <a:t>Ec2 Machine</a:t>
            </a:r>
          </a:p>
          <a:p>
            <a:r>
              <a:rPr lang="en-US" b="1" dirty="0">
                <a:solidFill>
                  <a:srgbClr val="002060"/>
                </a:solidFill>
              </a:rPr>
              <a:t>​Storage on AWS</a:t>
            </a:r>
          </a:p>
          <a:p>
            <a:r>
              <a:rPr lang="en-US" b="1" dirty="0">
                <a:solidFill>
                  <a:srgbClr val="002060"/>
                </a:solidFill>
              </a:rPr>
              <a:t>Scalable system</a:t>
            </a:r>
          </a:p>
          <a:p>
            <a:r>
              <a:rPr lang="en-US" b="1" dirty="0">
                <a:solidFill>
                  <a:srgbClr val="002060"/>
                </a:solidFill>
              </a:rPr>
              <a:t>​Deployment</a:t>
            </a:r>
          </a:p>
          <a:p>
            <a:r>
              <a:rPr lang="en-US" b="1" dirty="0">
                <a:solidFill>
                  <a:srgbClr val="002060"/>
                </a:solidFill>
              </a:rPr>
              <a:t>​Security</a:t>
            </a:r>
          </a:p>
          <a:p>
            <a:r>
              <a:rPr lang="en-US" b="1" dirty="0">
                <a:solidFill>
                  <a:srgbClr val="002060"/>
                </a:solidFill>
              </a:rPr>
              <a:t>Price optimization</a:t>
            </a:r>
          </a:p>
        </p:txBody>
      </p:sp>
      <p:sp>
        <p:nvSpPr>
          <p:cNvPr id="4" name="Rectangle 3">
            <a:extLst>
              <a:ext uri="{FF2B5EF4-FFF2-40B4-BE49-F238E27FC236}">
                <a16:creationId xmlns:a16="http://schemas.microsoft.com/office/drawing/2014/main" id="{DF0951FE-1B67-CF30-3117-6B2E21C96078}"/>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365832858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693664" cy="768096"/>
          </a:xfrm>
        </p:spPr>
        <p:txBody>
          <a:bodyPr/>
          <a:lstStyle/>
          <a:p>
            <a:r>
              <a:rPr lang="en-US" dirty="0" smtClean="0"/>
              <a:t>Introduction</a:t>
            </a:r>
            <a:endParaRPr lang="en-US" dirty="0"/>
          </a:p>
        </p:txBody>
      </p:sp>
      <p:pic>
        <p:nvPicPr>
          <p:cNvPr id="4" name="Content Placeholder 3"/>
          <p:cNvPicPr>
            <a:picLocks noGrp="1" noChangeAspect="1"/>
          </p:cNvPicPr>
          <p:nvPr>
            <p:ph idx="1"/>
          </p:nvPr>
        </p:nvPicPr>
        <p:blipFill>
          <a:blip r:embed="rId3"/>
          <a:stretch>
            <a:fillRect/>
          </a:stretch>
        </p:blipFill>
        <p:spPr>
          <a:xfrm>
            <a:off x="9808342" y="3056471"/>
            <a:ext cx="2309330" cy="1322517"/>
          </a:xfrm>
          <a:prstGeom prst="rect">
            <a:avLst/>
          </a:prstGeom>
        </p:spPr>
      </p:pic>
      <p:pic>
        <p:nvPicPr>
          <p:cNvPr id="3" name="Picture 2"/>
          <p:cNvPicPr>
            <a:picLocks noChangeAspect="1"/>
          </p:cNvPicPr>
          <p:nvPr/>
        </p:nvPicPr>
        <p:blipFill>
          <a:blip r:embed="rId4"/>
          <a:stretch>
            <a:fillRect/>
          </a:stretch>
        </p:blipFill>
        <p:spPr>
          <a:xfrm>
            <a:off x="9808342" y="-61636"/>
            <a:ext cx="2383658" cy="1348567"/>
          </a:xfrm>
          <a:prstGeom prst="rect">
            <a:avLst/>
          </a:prstGeom>
        </p:spPr>
      </p:pic>
      <p:pic>
        <p:nvPicPr>
          <p:cNvPr id="5" name="Picture 4"/>
          <p:cNvPicPr>
            <a:picLocks noChangeAspect="1"/>
          </p:cNvPicPr>
          <p:nvPr/>
        </p:nvPicPr>
        <p:blipFill>
          <a:blip r:embed="rId5"/>
          <a:stretch>
            <a:fillRect/>
          </a:stretch>
        </p:blipFill>
        <p:spPr>
          <a:xfrm>
            <a:off x="9833280" y="1447801"/>
            <a:ext cx="2284392" cy="1447800"/>
          </a:xfrm>
          <a:prstGeom prst="rect">
            <a:avLst/>
          </a:prstGeom>
        </p:spPr>
      </p:pic>
      <p:sp>
        <p:nvSpPr>
          <p:cNvPr id="6" name="Rectangle 5"/>
          <p:cNvSpPr/>
          <p:nvPr/>
        </p:nvSpPr>
        <p:spPr>
          <a:xfrm>
            <a:off x="838200" y="5987658"/>
            <a:ext cx="10820400" cy="369332"/>
          </a:xfrm>
          <a:prstGeom prst="rect">
            <a:avLst/>
          </a:prstGeom>
        </p:spPr>
        <p:txBody>
          <a:bodyPr wrap="square">
            <a:spAutoFit/>
          </a:bodyPr>
          <a:lstStyle/>
          <a:p>
            <a:r>
              <a:rPr lang="en-US" dirty="0"/>
              <a:t>https://docs.aws.amazon.com/decision-guides/latest/decision-guides/what-are-decision-guides.html</a:t>
            </a:r>
          </a:p>
        </p:txBody>
      </p:sp>
      <p:pic>
        <p:nvPicPr>
          <p:cNvPr id="7" name="Picture 6"/>
          <p:cNvPicPr>
            <a:picLocks noChangeAspect="1"/>
          </p:cNvPicPr>
          <p:nvPr/>
        </p:nvPicPr>
        <p:blipFill>
          <a:blip r:embed="rId6"/>
          <a:stretch>
            <a:fillRect/>
          </a:stretch>
        </p:blipFill>
        <p:spPr>
          <a:xfrm>
            <a:off x="838200" y="1286931"/>
            <a:ext cx="7734300" cy="4091875"/>
          </a:xfrm>
          <a:prstGeom prst="rect">
            <a:avLst/>
          </a:prstGeom>
        </p:spPr>
      </p:pic>
      <p:pic>
        <p:nvPicPr>
          <p:cNvPr id="8" name="Picture 7"/>
          <p:cNvPicPr>
            <a:picLocks noChangeAspect="1"/>
          </p:cNvPicPr>
          <p:nvPr/>
        </p:nvPicPr>
        <p:blipFill>
          <a:blip r:embed="rId7"/>
          <a:stretch>
            <a:fillRect/>
          </a:stretch>
        </p:blipFill>
        <p:spPr>
          <a:xfrm>
            <a:off x="9808342" y="4458389"/>
            <a:ext cx="2480648" cy="1529269"/>
          </a:xfrm>
          <a:prstGeom prst="rect">
            <a:avLst/>
          </a:prstGeom>
        </p:spPr>
      </p:pic>
    </p:spTree>
    <p:extLst>
      <p:ext uri="{BB962C8B-B14F-4D97-AF65-F5344CB8AC3E}">
        <p14:creationId xmlns:p14="http://schemas.microsoft.com/office/powerpoint/2010/main" val="1938633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6"/>
                                        </p:tgtEl>
                                        <p:attrNameLst>
                                          <p:attrName>ppt_x</p:attrName>
                                        </p:attrNameLst>
                                      </p:cBhvr>
                                      <p:tavLst>
                                        <p:tav tm="0">
                                          <p:val>
                                            <p:strVal val="ppt_x"/>
                                          </p:val>
                                        </p:tav>
                                        <p:tav tm="100000">
                                          <p:val>
                                            <p:strVal val="ppt_x"/>
                                          </p:val>
                                        </p:tav>
                                      </p:tavLst>
                                    </p:anim>
                                    <p:anim calcmode="lin" valueType="num">
                                      <p:cBhvr additive="base">
                                        <p:cTn id="7" dur="500"/>
                                        <p:tgtEl>
                                          <p:spTgt spid="6"/>
                                        </p:tgtEl>
                                        <p:attrNameLst>
                                          <p:attrName>ppt_y</p:attrName>
                                        </p:attrNameLst>
                                      </p:cBhvr>
                                      <p:tavLst>
                                        <p:tav tm="0">
                                          <p:val>
                                            <p:strVal val="ppt_y"/>
                                          </p:val>
                                        </p:tav>
                                        <p:tav tm="100000">
                                          <p:val>
                                            <p:strVal val="1+ppt_h/2"/>
                                          </p:val>
                                        </p:tav>
                                      </p:tavLst>
                                    </p:anim>
                                    <p:set>
                                      <p:cBhvr>
                                        <p:cTn id="8"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2181816890"/>
              </p:ext>
            </p:extLst>
          </p:nvPr>
        </p:nvGraphicFramePr>
        <p:xfrm>
          <a:off x="762000" y="1219200"/>
          <a:ext cx="10591800" cy="4525961"/>
        </p:xfrm>
        <a:graphic>
          <a:graphicData uri="http://schemas.openxmlformats.org/drawingml/2006/table">
            <a:tbl>
              <a:tblPr/>
              <a:tblGrid>
                <a:gridCol w="3530600">
                  <a:extLst>
                    <a:ext uri="{9D8B030D-6E8A-4147-A177-3AD203B41FA5}">
                      <a16:colId xmlns:a16="http://schemas.microsoft.com/office/drawing/2014/main" val="1962650577"/>
                    </a:ext>
                  </a:extLst>
                </a:gridCol>
                <a:gridCol w="3530600">
                  <a:extLst>
                    <a:ext uri="{9D8B030D-6E8A-4147-A177-3AD203B41FA5}">
                      <a16:colId xmlns:a16="http://schemas.microsoft.com/office/drawing/2014/main" val="2602680309"/>
                    </a:ext>
                  </a:extLst>
                </a:gridCol>
                <a:gridCol w="3530600">
                  <a:extLst>
                    <a:ext uri="{9D8B030D-6E8A-4147-A177-3AD203B41FA5}">
                      <a16:colId xmlns:a16="http://schemas.microsoft.com/office/drawing/2014/main" val="1579412946"/>
                    </a:ext>
                  </a:extLst>
                </a:gridCol>
              </a:tblGrid>
              <a:tr h="331644">
                <a:tc>
                  <a:txBody>
                    <a:bodyPr/>
                    <a:lstStyle/>
                    <a:p>
                      <a:r>
                        <a:rPr lang="en-US" sz="1500" b="1">
                          <a:effectLst/>
                        </a:rPr>
                        <a:t>Service Category</a:t>
                      </a:r>
                    </a:p>
                  </a:txBody>
                  <a:tcPr marL="105671" marR="105671" marT="48771" marB="48771"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1500" b="1">
                          <a:effectLst/>
                        </a:rPr>
                        <a:t>Key Services</a:t>
                      </a:r>
                    </a:p>
                  </a:txBody>
                  <a:tcPr marL="105671" marR="105671" marT="48771" marB="48771"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1500" b="1">
                          <a:effectLst/>
                        </a:rPr>
                        <a:t>Description</a:t>
                      </a:r>
                    </a:p>
                  </a:txBody>
                  <a:tcPr marL="105671" marR="105671" marT="48771" marB="48771"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60543015"/>
                  </a:ext>
                </a:extLst>
              </a:tr>
              <a:tr h="565745">
                <a:tc>
                  <a:txBody>
                    <a:bodyPr/>
                    <a:lstStyle/>
                    <a:p>
                      <a:r>
                        <a:rPr lang="en-US" sz="1500" b="1">
                          <a:effectLst/>
                        </a:rPr>
                        <a:t>Compute</a:t>
                      </a:r>
                      <a:endParaRPr lang="en-US" sz="1500">
                        <a:effectLst/>
                      </a:endParaRPr>
                    </a:p>
                  </a:txBody>
                  <a:tcPr marL="105671" marR="105671" marT="48771" marB="48771"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1500">
                          <a:effectLst/>
                        </a:rPr>
                        <a:t>EC2, Lambda, ECS</a:t>
                      </a:r>
                    </a:p>
                  </a:txBody>
                  <a:tcPr marL="105671" marR="105671" marT="48771" marB="48771"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1500">
                          <a:effectLst/>
                        </a:rPr>
                        <a:t>Virtual servers, serverless functions, container orchestration</a:t>
                      </a:r>
                    </a:p>
                  </a:txBody>
                  <a:tcPr marL="105671" marR="105671" marT="48771" marB="48771"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416248775"/>
                  </a:ext>
                </a:extLst>
              </a:tr>
              <a:tr h="565745">
                <a:tc>
                  <a:txBody>
                    <a:bodyPr/>
                    <a:lstStyle/>
                    <a:p>
                      <a:r>
                        <a:rPr lang="en-US" sz="1500" b="1">
                          <a:effectLst/>
                        </a:rPr>
                        <a:t>Storage</a:t>
                      </a:r>
                      <a:endParaRPr lang="en-US" sz="1500">
                        <a:effectLst/>
                      </a:endParaRPr>
                    </a:p>
                  </a:txBody>
                  <a:tcPr marL="105671" marR="105671" marT="48771" marB="48771"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tc>
                  <a:txBody>
                    <a:bodyPr/>
                    <a:lstStyle/>
                    <a:p>
                      <a:r>
                        <a:rPr lang="en-US" sz="1500">
                          <a:effectLst/>
                        </a:rPr>
                        <a:t>S3, EBS, EFS, Glacier</a:t>
                      </a:r>
                    </a:p>
                  </a:txBody>
                  <a:tcPr marL="105671" marR="105671" marT="48771" marB="48771"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tc>
                  <a:txBody>
                    <a:bodyPr/>
                    <a:lstStyle/>
                    <a:p>
                      <a:r>
                        <a:rPr lang="en-US" sz="1500">
                          <a:effectLst/>
                        </a:rPr>
                        <a:t>Object storage, block storage, file storage, archival storage</a:t>
                      </a:r>
                    </a:p>
                  </a:txBody>
                  <a:tcPr marL="105671" marR="105671" marT="48771" marB="48771"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142111264"/>
                  </a:ext>
                </a:extLst>
              </a:tr>
              <a:tr h="565745">
                <a:tc>
                  <a:txBody>
                    <a:bodyPr/>
                    <a:lstStyle/>
                    <a:p>
                      <a:r>
                        <a:rPr lang="en-US" sz="1500" b="1">
                          <a:effectLst/>
                        </a:rPr>
                        <a:t>Database</a:t>
                      </a:r>
                      <a:endParaRPr lang="en-US" sz="1500">
                        <a:effectLst/>
                      </a:endParaRPr>
                    </a:p>
                  </a:txBody>
                  <a:tcPr marL="105671" marR="105671" marT="48771" marB="48771"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1500">
                          <a:effectLst/>
                        </a:rPr>
                        <a:t>RDS, DynamoDB, ElastiCache</a:t>
                      </a:r>
                    </a:p>
                  </a:txBody>
                  <a:tcPr marL="105671" marR="105671" marT="48771" marB="48771"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1500">
                          <a:effectLst/>
                        </a:rPr>
                        <a:t>Relational, NoSQL, and in-memory databases</a:t>
                      </a:r>
                    </a:p>
                  </a:txBody>
                  <a:tcPr marL="105671" marR="105671" marT="48771" marB="48771"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958167527"/>
                  </a:ext>
                </a:extLst>
              </a:tr>
              <a:tr h="565745">
                <a:tc>
                  <a:txBody>
                    <a:bodyPr/>
                    <a:lstStyle/>
                    <a:p>
                      <a:r>
                        <a:rPr lang="en-US" sz="1500" b="1">
                          <a:effectLst/>
                        </a:rPr>
                        <a:t>Networking</a:t>
                      </a:r>
                      <a:endParaRPr lang="en-US" sz="1500">
                        <a:effectLst/>
                      </a:endParaRPr>
                    </a:p>
                  </a:txBody>
                  <a:tcPr marL="105671" marR="105671" marT="48771" marB="48771"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tc>
                  <a:txBody>
                    <a:bodyPr/>
                    <a:lstStyle/>
                    <a:p>
                      <a:r>
                        <a:rPr lang="en-US" sz="1500" dirty="0">
                          <a:effectLst/>
                        </a:rPr>
                        <a:t>VPC, Route 53, </a:t>
                      </a:r>
                      <a:r>
                        <a:rPr lang="en-US" sz="1500" dirty="0" err="1">
                          <a:effectLst/>
                        </a:rPr>
                        <a:t>CloudFront</a:t>
                      </a:r>
                      <a:endParaRPr lang="en-US" sz="1500" dirty="0">
                        <a:effectLst/>
                      </a:endParaRPr>
                    </a:p>
                  </a:txBody>
                  <a:tcPr marL="105671" marR="105671" marT="48771" marB="48771"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tc>
                  <a:txBody>
                    <a:bodyPr/>
                    <a:lstStyle/>
                    <a:p>
                      <a:r>
                        <a:rPr lang="en-US" sz="1500">
                          <a:effectLst/>
                        </a:rPr>
                        <a:t>Virtual networks, DNS, content delivery network</a:t>
                      </a:r>
                    </a:p>
                  </a:txBody>
                  <a:tcPr marL="105671" marR="105671" marT="48771" marB="48771"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4064663062"/>
                  </a:ext>
                </a:extLst>
              </a:tr>
              <a:tr h="799847">
                <a:tc>
                  <a:txBody>
                    <a:bodyPr/>
                    <a:lstStyle/>
                    <a:p>
                      <a:r>
                        <a:rPr lang="en-US" sz="1500" b="1">
                          <a:effectLst/>
                        </a:rPr>
                        <a:t>Security</a:t>
                      </a:r>
                      <a:endParaRPr lang="en-US" sz="1500">
                        <a:effectLst/>
                      </a:endParaRPr>
                    </a:p>
                  </a:txBody>
                  <a:tcPr marL="105671" marR="105671" marT="48771" marB="48771"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1500">
                          <a:effectLst/>
                        </a:rPr>
                        <a:t>IAM, KMS, WAF, Shield</a:t>
                      </a:r>
                    </a:p>
                  </a:txBody>
                  <a:tcPr marL="105671" marR="105671" marT="48771" marB="48771"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1500">
                          <a:effectLst/>
                        </a:rPr>
                        <a:t>Identity management, encryption, web application firewall, DDoS protection</a:t>
                      </a:r>
                    </a:p>
                  </a:txBody>
                  <a:tcPr marL="105671" marR="105671" marT="48771" marB="48771"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799017685"/>
                  </a:ext>
                </a:extLst>
              </a:tr>
              <a:tr h="565745">
                <a:tc>
                  <a:txBody>
                    <a:bodyPr/>
                    <a:lstStyle/>
                    <a:p>
                      <a:r>
                        <a:rPr lang="en-US" sz="1500" b="1">
                          <a:effectLst/>
                        </a:rPr>
                        <a:t>Integration</a:t>
                      </a:r>
                      <a:endParaRPr lang="en-US" sz="1500">
                        <a:effectLst/>
                      </a:endParaRPr>
                    </a:p>
                  </a:txBody>
                  <a:tcPr marL="105671" marR="105671" marT="48771" marB="48771"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tc>
                  <a:txBody>
                    <a:bodyPr/>
                    <a:lstStyle/>
                    <a:p>
                      <a:r>
                        <a:rPr lang="en-US" sz="1500">
                          <a:effectLst/>
                        </a:rPr>
                        <a:t>SQS, SNS, API Gateway</a:t>
                      </a:r>
                    </a:p>
                  </a:txBody>
                  <a:tcPr marL="105671" marR="105671" marT="48771" marB="48771"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tc>
                  <a:txBody>
                    <a:bodyPr/>
                    <a:lstStyle/>
                    <a:p>
                      <a:r>
                        <a:rPr lang="fr-FR" sz="1500">
                          <a:effectLst/>
                        </a:rPr>
                        <a:t>Message queues, pub/sub notifications, API management</a:t>
                      </a:r>
                    </a:p>
                  </a:txBody>
                  <a:tcPr marL="105671" marR="105671" marT="48771" marB="48771"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4208581"/>
                  </a:ext>
                </a:extLst>
              </a:tr>
              <a:tr h="565745">
                <a:tc>
                  <a:txBody>
                    <a:bodyPr/>
                    <a:lstStyle/>
                    <a:p>
                      <a:r>
                        <a:rPr lang="en-US" sz="1500" b="1">
                          <a:effectLst/>
                        </a:rPr>
                        <a:t>Monitoring</a:t>
                      </a:r>
                      <a:endParaRPr lang="en-US" sz="1500">
                        <a:effectLst/>
                      </a:endParaRPr>
                    </a:p>
                  </a:txBody>
                  <a:tcPr marL="105671" marR="105671" marT="48771" marB="48771"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1500">
                          <a:effectLst/>
                        </a:rPr>
                        <a:t>CloudWatch, CloudTrail</a:t>
                      </a:r>
                    </a:p>
                  </a:txBody>
                  <a:tcPr marL="105671" marR="105671" marT="48771" marB="48771"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1500" dirty="0">
                          <a:effectLst/>
                        </a:rPr>
                        <a:t>Metrics, logs, events, API activity tracking</a:t>
                      </a:r>
                    </a:p>
                  </a:txBody>
                  <a:tcPr marL="105671" marR="105671" marT="48771" marB="48771"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810170567"/>
                  </a:ext>
                </a:extLst>
              </a:tr>
            </a:tbl>
          </a:graphicData>
        </a:graphic>
      </p:graphicFrame>
      <p:sp>
        <p:nvSpPr>
          <p:cNvPr id="4" name="Rectangle 3"/>
          <p:cNvSpPr/>
          <p:nvPr/>
        </p:nvSpPr>
        <p:spPr>
          <a:xfrm>
            <a:off x="552194" y="533400"/>
            <a:ext cx="1723549" cy="369332"/>
          </a:xfrm>
          <a:prstGeom prst="rect">
            <a:avLst/>
          </a:prstGeom>
        </p:spPr>
        <p:txBody>
          <a:bodyPr wrap="none">
            <a:spAutoFit/>
          </a:bodyPr>
          <a:lstStyle/>
          <a:p>
            <a:r>
              <a:rPr lang="en-US" dirty="0" smtClean="0"/>
              <a:t>AWS Services </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p:txBody>
          <a:bodyPr/>
          <a:lstStyle/>
          <a:p>
            <a:r>
              <a:rPr lang="en-US" dirty="0"/>
              <a:t>Ec2</a:t>
            </a:r>
          </a:p>
        </p:txBody>
      </p:sp>
      <p:sp>
        <p:nvSpPr>
          <p:cNvPr id="3" name="Content Placeholder 2">
            <a:extLst>
              <a:ext uri="{FF2B5EF4-FFF2-40B4-BE49-F238E27FC236}">
                <a16:creationId xmlns:a16="http://schemas.microsoft.com/office/drawing/2014/main" id="{1E0B8C4B-3A3C-9FD1-59FB-1666C1F09376}"/>
              </a:ext>
            </a:extLst>
          </p:cNvPr>
          <p:cNvSpPr>
            <a:spLocks noGrp="1"/>
          </p:cNvSpPr>
          <p:nvPr>
            <p:ph idx="1"/>
          </p:nvPr>
        </p:nvSpPr>
        <p:spPr/>
        <p:txBody>
          <a:bodyPr/>
          <a:lstStyle/>
          <a:p>
            <a:r>
              <a:rPr lang="en-US" sz="2000" b="0" i="0" dirty="0">
                <a:solidFill>
                  <a:srgbClr val="5D67AC"/>
                </a:solidFill>
                <a:effectLst/>
                <a:latin typeface="Söhne"/>
              </a:rPr>
              <a:t>Amazon Elastic Compute Cloud (EC2) is a web service that provides resizable compute capacity in the cloud. In simpler terms, EC2 allows you to rent virtual servers (called instances) from Amazon's cloud infrastructure, which you can use to run your applications or services. You can choose the instance type based on your needs, whether it's for general-purpose computing, memory-intensive tasks, or high-performance computing. </a:t>
            </a:r>
            <a:endParaRPr lang="en-US" sz="2000" dirty="0">
              <a:solidFill>
                <a:srgbClr val="5D67AC"/>
              </a:solidFill>
            </a:endParaRPr>
          </a:p>
          <a:p>
            <a:endParaRPr lang="en-US" dirty="0"/>
          </a:p>
        </p:txBody>
      </p:sp>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a:xfrm>
            <a:off x="4224527" y="457199"/>
            <a:ext cx="3538907" cy="699247"/>
          </a:xfrm>
        </p:spPr>
        <p:txBody>
          <a:bodyPr/>
          <a:lstStyle/>
          <a:p>
            <a:r>
              <a:rPr lang="en-US" dirty="0"/>
              <a:t> </a:t>
            </a: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6</a:t>
            </a:fld>
            <a:endParaRPr lang="en-US" dirty="0"/>
          </a:p>
        </p:txBody>
      </p:sp>
      <p:sp>
        <p:nvSpPr>
          <p:cNvPr id="5" name="Rectangle 4">
            <a:extLst>
              <a:ext uri="{FF2B5EF4-FFF2-40B4-BE49-F238E27FC236}">
                <a16:creationId xmlns:a16="http://schemas.microsoft.com/office/drawing/2014/main" id="{DD079822-9F2B-6535-B2E0-87C995A854CB}"/>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22321479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p:txBody>
          <a:bodyPr/>
          <a:lstStyle/>
          <a:p>
            <a:r>
              <a:rPr lang="en-US" dirty="0"/>
              <a:t>Ec2</a:t>
            </a:r>
          </a:p>
        </p:txBody>
      </p:sp>
      <p:sp>
        <p:nvSpPr>
          <p:cNvPr id="3" name="Content Placeholder 2">
            <a:extLst>
              <a:ext uri="{FF2B5EF4-FFF2-40B4-BE49-F238E27FC236}">
                <a16:creationId xmlns:a16="http://schemas.microsoft.com/office/drawing/2014/main" id="{1E0B8C4B-3A3C-9FD1-59FB-1666C1F09376}"/>
              </a:ext>
            </a:extLst>
          </p:cNvPr>
          <p:cNvSpPr>
            <a:spLocks noGrp="1"/>
          </p:cNvSpPr>
          <p:nvPr>
            <p:ph idx="1"/>
          </p:nvPr>
        </p:nvSpPr>
        <p:spPr/>
        <p:txBody>
          <a:bodyPr/>
          <a:lstStyle/>
          <a:p>
            <a:r>
              <a:rPr lang="en-US" sz="2000" b="0" i="0" dirty="0">
                <a:solidFill>
                  <a:srgbClr val="5D67AC"/>
                </a:solidFill>
                <a:effectLst/>
                <a:latin typeface="Söhne"/>
              </a:rPr>
              <a:t>Amazon Elastic Compute Cloud (EC2) is a web service that provides resizable compute capacity in the cloud. In simpler terms, EC2 allows you to rent virtual servers (called instances) from Amazon's cloud infrastructure, which you can use to run your applications or services. You can choose the instance type based on your needs, whether it's for general-purpose computing, memory-intensive tasks, or high-performance computing. </a:t>
            </a:r>
            <a:endParaRPr lang="en-US" sz="2000" dirty="0">
              <a:solidFill>
                <a:srgbClr val="5D67AC"/>
              </a:solidFill>
            </a:endParaRPr>
          </a:p>
          <a:p>
            <a:endParaRPr lang="en-US" dirty="0"/>
          </a:p>
        </p:txBody>
      </p:sp>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a:xfrm>
            <a:off x="4224527" y="457199"/>
            <a:ext cx="3538907" cy="699247"/>
          </a:xfrm>
        </p:spPr>
        <p:txBody>
          <a:bodyPr/>
          <a:lstStyle/>
          <a:p>
            <a:r>
              <a:rPr lang="en-US" dirty="0"/>
              <a:t> </a:t>
            </a: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7</a:t>
            </a:fld>
            <a:endParaRPr lang="en-US" dirty="0"/>
          </a:p>
        </p:txBody>
      </p:sp>
      <p:pic>
        <p:nvPicPr>
          <p:cNvPr id="5" name="Picture 4">
            <a:extLst>
              <a:ext uri="{FF2B5EF4-FFF2-40B4-BE49-F238E27FC236}">
                <a16:creationId xmlns:a16="http://schemas.microsoft.com/office/drawing/2014/main" id="{1D06B355-8CBA-E4A7-D8D6-18F19541FBA5}"/>
              </a:ext>
            </a:extLst>
          </p:cNvPr>
          <p:cNvPicPr>
            <a:picLocks noChangeAspect="1"/>
          </p:cNvPicPr>
          <p:nvPr/>
        </p:nvPicPr>
        <p:blipFill>
          <a:blip r:embed="rId3"/>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68B59E51-0376-BD9C-9C5C-49E424040EFE}"/>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4149682260"/>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p:txBody>
          <a:bodyPr/>
          <a:lstStyle/>
          <a:p>
            <a:r>
              <a:rPr lang="en-US" sz="4400" b="1" dirty="0">
                <a:solidFill>
                  <a:schemeClr val="accent6"/>
                </a:solidFill>
                <a:latin typeface="Arial Black" panose="020B0604020202020204" pitchFamily="34" charset="0"/>
                <a:cs typeface="Arial Black" panose="020B0604020202020204" pitchFamily="34" charset="0"/>
              </a:rPr>
              <a:t>How to create</a:t>
            </a:r>
          </a:p>
        </p:txBody>
      </p:sp>
      <p:sp>
        <p:nvSpPr>
          <p:cNvPr id="3" name="Text Placeholder 2">
            <a:extLst>
              <a:ext uri="{FF2B5EF4-FFF2-40B4-BE49-F238E27FC236}">
                <a16:creationId xmlns:a16="http://schemas.microsoft.com/office/drawing/2014/main" id="{A2E339BF-E6D7-DD0E-AF02-6813852EE723}"/>
              </a:ext>
            </a:extLst>
          </p:cNvPr>
          <p:cNvSpPr>
            <a:spLocks noGrp="1"/>
          </p:cNvSpPr>
          <p:nvPr>
            <p:ph type="body" idx="1"/>
          </p:nvPr>
        </p:nvSpPr>
        <p:spPr/>
        <p:txBody>
          <a:bodyPr/>
          <a:lstStyle/>
          <a:p>
            <a:pPr algn="ctr"/>
            <a:r>
              <a:rPr lang="en-US" dirty="0">
                <a:latin typeface="Sabon Next LT" panose="02000500000000000000" pitchFamily="2" charset="0"/>
                <a:cs typeface="Sabon Next LT" panose="02000500000000000000" pitchFamily="2" charset="0"/>
              </a:rPr>
              <a:t>EC2 Machine</a:t>
            </a:r>
            <a:endParaRPr lang="en-US" sz="2400" dirty="0">
              <a:solidFill>
                <a:schemeClr val="accent6"/>
              </a:solidFill>
              <a:latin typeface="Sabon Next LT" panose="02000500000000000000" pitchFamily="2" charset="0"/>
              <a:cs typeface="Sabon Next LT" panose="02000500000000000000" pitchFamily="2" charset="0"/>
            </a:endParaRPr>
          </a:p>
        </p:txBody>
      </p:sp>
      <p:sp>
        <p:nvSpPr>
          <p:cNvPr id="5" name="Rectangle 4">
            <a:extLst>
              <a:ext uri="{FF2B5EF4-FFF2-40B4-BE49-F238E27FC236}">
                <a16:creationId xmlns:a16="http://schemas.microsoft.com/office/drawing/2014/main" id="{77A3F2E5-BF18-26FE-B118-6A66214C94EA}"/>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30991702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0DBD185-E4F8-8473-8A0F-2AE85ACCD69C}"/>
              </a:ext>
            </a:extLst>
          </p:cNvPr>
          <p:cNvPicPr>
            <a:picLocks noChangeAspect="1"/>
          </p:cNvPicPr>
          <p:nvPr/>
        </p:nvPicPr>
        <p:blipFill>
          <a:blip r:embed="rId3"/>
          <a:stretch>
            <a:fillRect/>
          </a:stretch>
        </p:blipFill>
        <p:spPr>
          <a:xfrm>
            <a:off x="-15618" y="1188382"/>
            <a:ext cx="12223235" cy="5481357"/>
          </a:xfrm>
          <a:prstGeom prst="rect">
            <a:avLst/>
          </a:prstGeom>
        </p:spPr>
      </p:pic>
      <p:sp>
        <p:nvSpPr>
          <p:cNvPr id="8" name="TextBox 7">
            <a:extLst>
              <a:ext uri="{FF2B5EF4-FFF2-40B4-BE49-F238E27FC236}">
                <a16:creationId xmlns:a16="http://schemas.microsoft.com/office/drawing/2014/main" id="{FDB459F1-02D6-C734-252F-A8565E614D72}"/>
              </a:ext>
            </a:extLst>
          </p:cNvPr>
          <p:cNvSpPr txBox="1"/>
          <p:nvPr/>
        </p:nvSpPr>
        <p:spPr>
          <a:xfrm>
            <a:off x="224118" y="116541"/>
            <a:ext cx="4267200" cy="769441"/>
          </a:xfrm>
          <a:prstGeom prst="rect">
            <a:avLst/>
          </a:prstGeom>
          <a:noFill/>
        </p:spPr>
        <p:txBody>
          <a:bodyPr wrap="square" rtlCol="0">
            <a:spAutoFit/>
          </a:bodyPr>
          <a:lstStyle/>
          <a:p>
            <a:r>
              <a:rPr lang="en-US" sz="4400" dirty="0">
                <a:solidFill>
                  <a:schemeClr val="accent6">
                    <a:lumMod val="75000"/>
                  </a:schemeClr>
                </a:solidFill>
              </a:rPr>
              <a:t>Ec2 Dashboard</a:t>
            </a:r>
            <a:endParaRPr lang="en-IN" sz="4400" dirty="0">
              <a:solidFill>
                <a:schemeClr val="accent6">
                  <a:lumMod val="75000"/>
                </a:schemeClr>
              </a:solidFill>
            </a:endParaRPr>
          </a:p>
        </p:txBody>
      </p:sp>
      <p:sp>
        <p:nvSpPr>
          <p:cNvPr id="3" name="Rectangle 2">
            <a:extLst>
              <a:ext uri="{FF2B5EF4-FFF2-40B4-BE49-F238E27FC236}">
                <a16:creationId xmlns:a16="http://schemas.microsoft.com/office/drawing/2014/main" id="{F9E71C97-07B0-8B52-B461-4D7C7B1AC766}"/>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298455074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DB459F1-02D6-C734-252F-A8565E614D72}"/>
              </a:ext>
            </a:extLst>
          </p:cNvPr>
          <p:cNvSpPr txBox="1"/>
          <p:nvPr/>
        </p:nvSpPr>
        <p:spPr>
          <a:xfrm>
            <a:off x="107577" y="116541"/>
            <a:ext cx="5262282" cy="769441"/>
          </a:xfrm>
          <a:prstGeom prst="rect">
            <a:avLst/>
          </a:prstGeom>
          <a:noFill/>
        </p:spPr>
        <p:txBody>
          <a:bodyPr wrap="square" rtlCol="0">
            <a:spAutoFit/>
          </a:bodyPr>
          <a:lstStyle/>
          <a:p>
            <a:r>
              <a:rPr lang="en-US" sz="4400" dirty="0">
                <a:solidFill>
                  <a:schemeClr val="accent6">
                    <a:lumMod val="75000"/>
                  </a:schemeClr>
                </a:solidFill>
              </a:rPr>
              <a:t>Naming of Instance</a:t>
            </a:r>
            <a:endParaRPr lang="en-IN" sz="4400" dirty="0">
              <a:solidFill>
                <a:schemeClr val="accent6">
                  <a:lumMod val="75000"/>
                </a:schemeClr>
              </a:solidFill>
            </a:endParaRPr>
          </a:p>
        </p:txBody>
      </p:sp>
      <p:pic>
        <p:nvPicPr>
          <p:cNvPr id="3" name="Picture 2">
            <a:extLst>
              <a:ext uri="{FF2B5EF4-FFF2-40B4-BE49-F238E27FC236}">
                <a16:creationId xmlns:a16="http://schemas.microsoft.com/office/drawing/2014/main" id="{8F588743-C1E1-36CA-5F3C-DD52B0732264}"/>
              </a:ext>
            </a:extLst>
          </p:cNvPr>
          <p:cNvPicPr>
            <a:picLocks noChangeAspect="1"/>
          </p:cNvPicPr>
          <p:nvPr/>
        </p:nvPicPr>
        <p:blipFill>
          <a:blip r:embed="rId2"/>
          <a:stretch>
            <a:fillRect/>
          </a:stretch>
        </p:blipFill>
        <p:spPr>
          <a:xfrm>
            <a:off x="-1" y="1156446"/>
            <a:ext cx="12260132" cy="5477435"/>
          </a:xfrm>
          <a:prstGeom prst="rect">
            <a:avLst/>
          </a:prstGeom>
        </p:spPr>
      </p:pic>
      <p:sp>
        <p:nvSpPr>
          <p:cNvPr id="4" name="Rectangle 3">
            <a:extLst>
              <a:ext uri="{FF2B5EF4-FFF2-40B4-BE49-F238E27FC236}">
                <a16:creationId xmlns:a16="http://schemas.microsoft.com/office/drawing/2014/main" id="{DB516762-DB4B-1A13-7C0E-BDD3A065BE38}"/>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178098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DB459F1-02D6-C734-252F-A8565E614D72}"/>
              </a:ext>
            </a:extLst>
          </p:cNvPr>
          <p:cNvSpPr txBox="1"/>
          <p:nvPr/>
        </p:nvSpPr>
        <p:spPr>
          <a:xfrm>
            <a:off x="107577" y="116541"/>
            <a:ext cx="5262282" cy="769441"/>
          </a:xfrm>
          <a:prstGeom prst="rect">
            <a:avLst/>
          </a:prstGeom>
          <a:noFill/>
        </p:spPr>
        <p:txBody>
          <a:bodyPr wrap="square" rtlCol="0">
            <a:spAutoFit/>
          </a:bodyPr>
          <a:lstStyle/>
          <a:p>
            <a:r>
              <a:rPr lang="en-US" sz="4400" dirty="0">
                <a:solidFill>
                  <a:schemeClr val="accent6">
                    <a:lumMod val="75000"/>
                  </a:schemeClr>
                </a:solidFill>
              </a:rPr>
              <a:t>OS Types</a:t>
            </a:r>
            <a:endParaRPr lang="en-IN" sz="4400" dirty="0">
              <a:solidFill>
                <a:schemeClr val="accent6">
                  <a:lumMod val="75000"/>
                </a:schemeClr>
              </a:solidFill>
            </a:endParaRPr>
          </a:p>
        </p:txBody>
      </p:sp>
      <p:pic>
        <p:nvPicPr>
          <p:cNvPr id="4" name="Picture 3">
            <a:extLst>
              <a:ext uri="{FF2B5EF4-FFF2-40B4-BE49-F238E27FC236}">
                <a16:creationId xmlns:a16="http://schemas.microsoft.com/office/drawing/2014/main" id="{3EE5ADF4-C12E-6DD1-BD93-F1150281388A}"/>
              </a:ext>
            </a:extLst>
          </p:cNvPr>
          <p:cNvPicPr>
            <a:picLocks noChangeAspect="1"/>
          </p:cNvPicPr>
          <p:nvPr/>
        </p:nvPicPr>
        <p:blipFill>
          <a:blip r:embed="rId2"/>
          <a:stretch>
            <a:fillRect/>
          </a:stretch>
        </p:blipFill>
        <p:spPr>
          <a:xfrm>
            <a:off x="0" y="1186890"/>
            <a:ext cx="12192000" cy="5111750"/>
          </a:xfrm>
          <a:prstGeom prst="rect">
            <a:avLst/>
          </a:prstGeom>
        </p:spPr>
      </p:pic>
      <p:sp>
        <p:nvSpPr>
          <p:cNvPr id="3" name="Rectangle 2">
            <a:extLst>
              <a:ext uri="{FF2B5EF4-FFF2-40B4-BE49-F238E27FC236}">
                <a16:creationId xmlns:a16="http://schemas.microsoft.com/office/drawing/2014/main" id="{E6B1CC1D-F58B-3959-3CE1-2DB9E1C7C381}"/>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143576196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DEA3225-185D-D2C8-CF17-47562DB8347A}"/>
              </a:ext>
            </a:extLst>
          </p:cNvPr>
          <p:cNvSpPr/>
          <p:nvPr/>
        </p:nvSpPr>
        <p:spPr>
          <a:xfrm>
            <a:off x="-161365" y="-80682"/>
            <a:ext cx="12586447" cy="7781364"/>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FDB459F1-02D6-C734-252F-A8565E614D72}"/>
              </a:ext>
            </a:extLst>
          </p:cNvPr>
          <p:cNvSpPr txBox="1"/>
          <p:nvPr/>
        </p:nvSpPr>
        <p:spPr>
          <a:xfrm>
            <a:off x="107577" y="116541"/>
            <a:ext cx="5262282" cy="769441"/>
          </a:xfrm>
          <a:prstGeom prst="rect">
            <a:avLst/>
          </a:prstGeom>
          <a:noFill/>
        </p:spPr>
        <p:txBody>
          <a:bodyPr wrap="square" rtlCol="0">
            <a:spAutoFit/>
          </a:bodyPr>
          <a:lstStyle/>
          <a:p>
            <a:r>
              <a:rPr lang="en-US" sz="4400" dirty="0" err="1">
                <a:solidFill>
                  <a:schemeClr val="accent6">
                    <a:lumMod val="75000"/>
                  </a:schemeClr>
                </a:solidFill>
              </a:rPr>
              <a:t>Os</a:t>
            </a:r>
            <a:r>
              <a:rPr lang="en-US" sz="4400" dirty="0">
                <a:solidFill>
                  <a:schemeClr val="accent6">
                    <a:lumMod val="75000"/>
                  </a:schemeClr>
                </a:solidFill>
              </a:rPr>
              <a:t> Types</a:t>
            </a:r>
            <a:endParaRPr lang="en-IN" sz="4400" dirty="0">
              <a:solidFill>
                <a:schemeClr val="accent6">
                  <a:lumMod val="75000"/>
                </a:schemeClr>
              </a:solidFill>
            </a:endParaRPr>
          </a:p>
        </p:txBody>
      </p:sp>
      <p:pic>
        <p:nvPicPr>
          <p:cNvPr id="3" name="Picture 2">
            <a:extLst>
              <a:ext uri="{FF2B5EF4-FFF2-40B4-BE49-F238E27FC236}">
                <a16:creationId xmlns:a16="http://schemas.microsoft.com/office/drawing/2014/main" id="{D5DA4A9F-B9BC-EDD4-3161-41F7B339E3E8}"/>
              </a:ext>
            </a:extLst>
          </p:cNvPr>
          <p:cNvPicPr>
            <a:picLocks noChangeAspect="1"/>
          </p:cNvPicPr>
          <p:nvPr/>
        </p:nvPicPr>
        <p:blipFill>
          <a:blip r:embed="rId2"/>
          <a:stretch>
            <a:fillRect/>
          </a:stretch>
        </p:blipFill>
        <p:spPr>
          <a:xfrm>
            <a:off x="107577" y="0"/>
            <a:ext cx="11416468" cy="8012582"/>
          </a:xfrm>
          <a:prstGeom prst="rect">
            <a:avLst/>
          </a:prstGeom>
        </p:spPr>
      </p:pic>
      <p:sp>
        <p:nvSpPr>
          <p:cNvPr id="4" name="Rectangle 3">
            <a:extLst>
              <a:ext uri="{FF2B5EF4-FFF2-40B4-BE49-F238E27FC236}">
                <a16:creationId xmlns:a16="http://schemas.microsoft.com/office/drawing/2014/main" id="{55245DF3-0F5D-2E56-54DD-CFDE76060F52}"/>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382795543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DB459F1-02D6-C734-252F-A8565E614D72}"/>
              </a:ext>
            </a:extLst>
          </p:cNvPr>
          <p:cNvSpPr txBox="1"/>
          <p:nvPr/>
        </p:nvSpPr>
        <p:spPr>
          <a:xfrm>
            <a:off x="107577" y="116541"/>
            <a:ext cx="5262282" cy="769441"/>
          </a:xfrm>
          <a:prstGeom prst="rect">
            <a:avLst/>
          </a:prstGeom>
          <a:noFill/>
        </p:spPr>
        <p:txBody>
          <a:bodyPr wrap="square" rtlCol="0">
            <a:spAutoFit/>
          </a:bodyPr>
          <a:lstStyle/>
          <a:p>
            <a:r>
              <a:rPr lang="en-US" sz="4400" dirty="0">
                <a:solidFill>
                  <a:schemeClr val="accent6">
                    <a:lumMod val="75000"/>
                  </a:schemeClr>
                </a:solidFill>
              </a:rPr>
              <a:t>Instance Types</a:t>
            </a:r>
            <a:endParaRPr lang="en-IN" sz="4400" dirty="0">
              <a:solidFill>
                <a:schemeClr val="accent6">
                  <a:lumMod val="75000"/>
                </a:schemeClr>
              </a:solidFill>
            </a:endParaRPr>
          </a:p>
        </p:txBody>
      </p:sp>
      <p:pic>
        <p:nvPicPr>
          <p:cNvPr id="3" name="Picture 2">
            <a:extLst>
              <a:ext uri="{FF2B5EF4-FFF2-40B4-BE49-F238E27FC236}">
                <a16:creationId xmlns:a16="http://schemas.microsoft.com/office/drawing/2014/main" id="{9AC9EC37-7C57-16E6-624E-F4C9771F91D0}"/>
              </a:ext>
            </a:extLst>
          </p:cNvPr>
          <p:cNvPicPr>
            <a:picLocks noChangeAspect="1"/>
          </p:cNvPicPr>
          <p:nvPr/>
        </p:nvPicPr>
        <p:blipFill>
          <a:blip r:embed="rId2"/>
          <a:stretch>
            <a:fillRect/>
          </a:stretch>
        </p:blipFill>
        <p:spPr>
          <a:xfrm>
            <a:off x="0" y="1352979"/>
            <a:ext cx="12192000" cy="4725783"/>
          </a:xfrm>
          <a:prstGeom prst="rect">
            <a:avLst/>
          </a:prstGeom>
        </p:spPr>
      </p:pic>
      <p:sp>
        <p:nvSpPr>
          <p:cNvPr id="4" name="Rectangle 3">
            <a:extLst>
              <a:ext uri="{FF2B5EF4-FFF2-40B4-BE49-F238E27FC236}">
                <a16:creationId xmlns:a16="http://schemas.microsoft.com/office/drawing/2014/main" id="{0586C776-271A-055F-AF55-D79E02E74192}"/>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392269573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DB459F1-02D6-C734-252F-A8565E614D72}"/>
              </a:ext>
            </a:extLst>
          </p:cNvPr>
          <p:cNvSpPr txBox="1"/>
          <p:nvPr/>
        </p:nvSpPr>
        <p:spPr>
          <a:xfrm>
            <a:off x="107577" y="116541"/>
            <a:ext cx="8417858" cy="769441"/>
          </a:xfrm>
          <a:prstGeom prst="rect">
            <a:avLst/>
          </a:prstGeom>
          <a:noFill/>
        </p:spPr>
        <p:txBody>
          <a:bodyPr wrap="square" rtlCol="0">
            <a:spAutoFit/>
          </a:bodyPr>
          <a:lstStyle/>
          <a:p>
            <a:r>
              <a:rPr lang="en-US" sz="4400" dirty="0">
                <a:solidFill>
                  <a:schemeClr val="accent6">
                    <a:lumMod val="75000"/>
                  </a:schemeClr>
                </a:solidFill>
              </a:rPr>
              <a:t>Network Setting for traffic</a:t>
            </a:r>
            <a:endParaRPr lang="en-IN" sz="4400" dirty="0">
              <a:solidFill>
                <a:schemeClr val="accent6">
                  <a:lumMod val="75000"/>
                </a:schemeClr>
              </a:solidFill>
            </a:endParaRPr>
          </a:p>
        </p:txBody>
      </p:sp>
      <p:pic>
        <p:nvPicPr>
          <p:cNvPr id="4" name="Picture 3">
            <a:extLst>
              <a:ext uri="{FF2B5EF4-FFF2-40B4-BE49-F238E27FC236}">
                <a16:creationId xmlns:a16="http://schemas.microsoft.com/office/drawing/2014/main" id="{7FA4B930-8671-0DD5-2C88-536CD1048D24}"/>
              </a:ext>
            </a:extLst>
          </p:cNvPr>
          <p:cNvPicPr>
            <a:picLocks noChangeAspect="1"/>
          </p:cNvPicPr>
          <p:nvPr/>
        </p:nvPicPr>
        <p:blipFill>
          <a:blip r:embed="rId2"/>
          <a:stretch>
            <a:fillRect/>
          </a:stretch>
        </p:blipFill>
        <p:spPr>
          <a:xfrm>
            <a:off x="0" y="1229704"/>
            <a:ext cx="12192000" cy="5277134"/>
          </a:xfrm>
          <a:prstGeom prst="rect">
            <a:avLst/>
          </a:prstGeom>
        </p:spPr>
      </p:pic>
      <p:sp>
        <p:nvSpPr>
          <p:cNvPr id="3" name="Rectangle 2">
            <a:extLst>
              <a:ext uri="{FF2B5EF4-FFF2-40B4-BE49-F238E27FC236}">
                <a16:creationId xmlns:a16="http://schemas.microsoft.com/office/drawing/2014/main" id="{983D96F2-0CDE-5C37-87B2-9E7536ABAD89}"/>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1873982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822B714-5F55-3AAF-AF76-250D1073568C}"/>
              </a:ext>
            </a:extLst>
          </p:cNvPr>
          <p:cNvPicPr>
            <a:picLocks noChangeAspect="1"/>
          </p:cNvPicPr>
          <p:nvPr/>
        </p:nvPicPr>
        <p:blipFill>
          <a:blip r:embed="rId2"/>
          <a:stretch>
            <a:fillRect/>
          </a:stretch>
        </p:blipFill>
        <p:spPr>
          <a:xfrm>
            <a:off x="3964606" y="2061881"/>
            <a:ext cx="4818563" cy="3700743"/>
          </a:xfrm>
          <a:prstGeom prst="rect">
            <a:avLst/>
          </a:prstGeom>
        </p:spPr>
      </p:pic>
      <p:sp>
        <p:nvSpPr>
          <p:cNvPr id="8" name="TextBox 7">
            <a:extLst>
              <a:ext uri="{FF2B5EF4-FFF2-40B4-BE49-F238E27FC236}">
                <a16:creationId xmlns:a16="http://schemas.microsoft.com/office/drawing/2014/main" id="{FDB459F1-02D6-C734-252F-A8565E614D72}"/>
              </a:ext>
            </a:extLst>
          </p:cNvPr>
          <p:cNvSpPr txBox="1"/>
          <p:nvPr/>
        </p:nvSpPr>
        <p:spPr>
          <a:xfrm>
            <a:off x="107577" y="116541"/>
            <a:ext cx="8417858" cy="769441"/>
          </a:xfrm>
          <a:prstGeom prst="rect">
            <a:avLst/>
          </a:prstGeom>
          <a:noFill/>
        </p:spPr>
        <p:txBody>
          <a:bodyPr wrap="square" rtlCol="0">
            <a:spAutoFit/>
          </a:bodyPr>
          <a:lstStyle/>
          <a:p>
            <a:r>
              <a:rPr lang="en-US" sz="4400" dirty="0">
                <a:solidFill>
                  <a:schemeClr val="accent6">
                    <a:lumMod val="75000"/>
                  </a:schemeClr>
                </a:solidFill>
              </a:rPr>
              <a:t>Storage to install OS on EC2</a:t>
            </a:r>
            <a:endParaRPr lang="en-IN" sz="4400" dirty="0">
              <a:solidFill>
                <a:schemeClr val="accent6">
                  <a:lumMod val="75000"/>
                </a:schemeClr>
              </a:solidFill>
            </a:endParaRPr>
          </a:p>
        </p:txBody>
      </p:sp>
      <p:pic>
        <p:nvPicPr>
          <p:cNvPr id="3" name="Picture 2">
            <a:extLst>
              <a:ext uri="{FF2B5EF4-FFF2-40B4-BE49-F238E27FC236}">
                <a16:creationId xmlns:a16="http://schemas.microsoft.com/office/drawing/2014/main" id="{B22A591E-035E-B897-4F37-14686710D845}"/>
              </a:ext>
            </a:extLst>
          </p:cNvPr>
          <p:cNvPicPr>
            <a:picLocks noChangeAspect="1"/>
          </p:cNvPicPr>
          <p:nvPr/>
        </p:nvPicPr>
        <p:blipFill>
          <a:blip r:embed="rId3"/>
          <a:stretch>
            <a:fillRect/>
          </a:stretch>
        </p:blipFill>
        <p:spPr>
          <a:xfrm>
            <a:off x="0" y="1580053"/>
            <a:ext cx="12192000" cy="4468860"/>
          </a:xfrm>
          <a:prstGeom prst="rect">
            <a:avLst/>
          </a:prstGeom>
        </p:spPr>
      </p:pic>
      <p:sp>
        <p:nvSpPr>
          <p:cNvPr id="4" name="Rectangle 3">
            <a:extLst>
              <a:ext uri="{FF2B5EF4-FFF2-40B4-BE49-F238E27FC236}">
                <a16:creationId xmlns:a16="http://schemas.microsoft.com/office/drawing/2014/main" id="{E08F3793-9453-0C4B-D4D0-7EF57B2D342F}"/>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12071153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33CBCC-183F-AE90-AFEE-541EECBC58E0}"/>
              </a:ext>
            </a:extLst>
          </p:cNvPr>
          <p:cNvSpPr/>
          <p:nvPr/>
        </p:nvSpPr>
        <p:spPr>
          <a:xfrm>
            <a:off x="-89647" y="-118055"/>
            <a:ext cx="12371294" cy="7082118"/>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D822B714-5F55-3AAF-AF76-250D1073568C}"/>
              </a:ext>
            </a:extLst>
          </p:cNvPr>
          <p:cNvPicPr>
            <a:picLocks noChangeAspect="1"/>
          </p:cNvPicPr>
          <p:nvPr/>
        </p:nvPicPr>
        <p:blipFill>
          <a:blip r:embed="rId2"/>
          <a:stretch>
            <a:fillRect/>
          </a:stretch>
        </p:blipFill>
        <p:spPr>
          <a:xfrm>
            <a:off x="2160494" y="276392"/>
            <a:ext cx="8417859" cy="6465067"/>
          </a:xfrm>
          <a:prstGeom prst="rect">
            <a:avLst/>
          </a:prstGeom>
        </p:spPr>
      </p:pic>
      <p:sp>
        <p:nvSpPr>
          <p:cNvPr id="4" name="Rectangle 3">
            <a:extLst>
              <a:ext uri="{FF2B5EF4-FFF2-40B4-BE49-F238E27FC236}">
                <a16:creationId xmlns:a16="http://schemas.microsoft.com/office/drawing/2014/main" id="{805B8F68-94AC-C28E-A731-971B0DF3F5C1}"/>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1794586456"/>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DB459F1-02D6-C734-252F-A8565E614D72}"/>
              </a:ext>
            </a:extLst>
          </p:cNvPr>
          <p:cNvSpPr txBox="1"/>
          <p:nvPr/>
        </p:nvSpPr>
        <p:spPr>
          <a:xfrm>
            <a:off x="107577" y="116541"/>
            <a:ext cx="8417858" cy="769441"/>
          </a:xfrm>
          <a:prstGeom prst="rect">
            <a:avLst/>
          </a:prstGeom>
          <a:noFill/>
        </p:spPr>
        <p:txBody>
          <a:bodyPr wrap="square" rtlCol="0">
            <a:spAutoFit/>
          </a:bodyPr>
          <a:lstStyle/>
          <a:p>
            <a:r>
              <a:rPr lang="en-US" sz="4400" dirty="0">
                <a:solidFill>
                  <a:schemeClr val="accent6">
                    <a:lumMod val="75000"/>
                  </a:schemeClr>
                </a:solidFill>
              </a:rPr>
              <a:t>Advance volume settings</a:t>
            </a:r>
            <a:endParaRPr lang="en-IN" sz="4400" dirty="0">
              <a:solidFill>
                <a:schemeClr val="accent6">
                  <a:lumMod val="75000"/>
                </a:schemeClr>
              </a:solidFill>
            </a:endParaRPr>
          </a:p>
        </p:txBody>
      </p:sp>
      <p:pic>
        <p:nvPicPr>
          <p:cNvPr id="4" name="Picture 3">
            <a:extLst>
              <a:ext uri="{FF2B5EF4-FFF2-40B4-BE49-F238E27FC236}">
                <a16:creationId xmlns:a16="http://schemas.microsoft.com/office/drawing/2014/main" id="{5F8B0E9A-FC97-2E7A-DE55-BE2296FC7F0E}"/>
              </a:ext>
            </a:extLst>
          </p:cNvPr>
          <p:cNvPicPr>
            <a:picLocks noChangeAspect="1"/>
          </p:cNvPicPr>
          <p:nvPr/>
        </p:nvPicPr>
        <p:blipFill>
          <a:blip r:embed="rId2"/>
          <a:stretch>
            <a:fillRect/>
          </a:stretch>
        </p:blipFill>
        <p:spPr>
          <a:xfrm>
            <a:off x="0" y="1273555"/>
            <a:ext cx="12192000" cy="5279078"/>
          </a:xfrm>
          <a:prstGeom prst="rect">
            <a:avLst/>
          </a:prstGeom>
        </p:spPr>
      </p:pic>
      <p:sp>
        <p:nvSpPr>
          <p:cNvPr id="3" name="Rectangle 2">
            <a:extLst>
              <a:ext uri="{FF2B5EF4-FFF2-40B4-BE49-F238E27FC236}">
                <a16:creationId xmlns:a16="http://schemas.microsoft.com/office/drawing/2014/main" id="{43E38EEB-3536-19DE-F123-445F732E370C}"/>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347071368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DB459F1-02D6-C734-252F-A8565E614D72}"/>
              </a:ext>
            </a:extLst>
          </p:cNvPr>
          <p:cNvSpPr txBox="1"/>
          <p:nvPr/>
        </p:nvSpPr>
        <p:spPr>
          <a:xfrm>
            <a:off x="107577" y="116541"/>
            <a:ext cx="8417858" cy="769441"/>
          </a:xfrm>
          <a:prstGeom prst="rect">
            <a:avLst/>
          </a:prstGeom>
          <a:noFill/>
        </p:spPr>
        <p:txBody>
          <a:bodyPr wrap="square" rtlCol="0">
            <a:spAutoFit/>
          </a:bodyPr>
          <a:lstStyle/>
          <a:p>
            <a:r>
              <a:rPr lang="en-US" sz="4400" dirty="0">
                <a:solidFill>
                  <a:schemeClr val="accent6">
                    <a:lumMod val="75000"/>
                  </a:schemeClr>
                </a:solidFill>
              </a:rPr>
              <a:t>Advance network settings </a:t>
            </a:r>
            <a:r>
              <a:rPr lang="en-IN" b="0" i="0" dirty="0">
                <a:solidFill>
                  <a:srgbClr val="1F2C8F"/>
                </a:solidFill>
                <a:effectLst/>
                <a:latin typeface="Söhne"/>
              </a:rPr>
              <a:t>Virtual Private Cloud</a:t>
            </a:r>
            <a:endParaRPr lang="en-IN" dirty="0">
              <a:solidFill>
                <a:srgbClr val="1F2C8F"/>
              </a:solidFill>
            </a:endParaRPr>
          </a:p>
        </p:txBody>
      </p:sp>
      <p:pic>
        <p:nvPicPr>
          <p:cNvPr id="3" name="Picture 2">
            <a:extLst>
              <a:ext uri="{FF2B5EF4-FFF2-40B4-BE49-F238E27FC236}">
                <a16:creationId xmlns:a16="http://schemas.microsoft.com/office/drawing/2014/main" id="{5E0C09D1-5D7C-4A2C-98F5-46FF662C3A77}"/>
              </a:ext>
            </a:extLst>
          </p:cNvPr>
          <p:cNvPicPr>
            <a:picLocks noChangeAspect="1"/>
          </p:cNvPicPr>
          <p:nvPr/>
        </p:nvPicPr>
        <p:blipFill>
          <a:blip r:embed="rId2"/>
          <a:stretch>
            <a:fillRect/>
          </a:stretch>
        </p:blipFill>
        <p:spPr>
          <a:xfrm>
            <a:off x="0" y="1306421"/>
            <a:ext cx="12192000" cy="5105770"/>
          </a:xfrm>
          <a:prstGeom prst="rect">
            <a:avLst/>
          </a:prstGeom>
        </p:spPr>
      </p:pic>
      <p:sp>
        <p:nvSpPr>
          <p:cNvPr id="4" name="Rectangle 3">
            <a:extLst>
              <a:ext uri="{FF2B5EF4-FFF2-40B4-BE49-F238E27FC236}">
                <a16:creationId xmlns:a16="http://schemas.microsoft.com/office/drawing/2014/main" id="{B9196A5B-839E-DE59-4FAF-9F3A047C6507}"/>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5803084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DB459F1-02D6-C734-252F-A8565E614D72}"/>
              </a:ext>
            </a:extLst>
          </p:cNvPr>
          <p:cNvSpPr txBox="1"/>
          <p:nvPr/>
        </p:nvSpPr>
        <p:spPr>
          <a:xfrm>
            <a:off x="107577" y="116541"/>
            <a:ext cx="8417858" cy="769441"/>
          </a:xfrm>
          <a:prstGeom prst="rect">
            <a:avLst/>
          </a:prstGeom>
          <a:noFill/>
        </p:spPr>
        <p:txBody>
          <a:bodyPr wrap="square" rtlCol="0">
            <a:spAutoFit/>
          </a:bodyPr>
          <a:lstStyle/>
          <a:p>
            <a:r>
              <a:rPr lang="en-US" sz="4400" dirty="0">
                <a:solidFill>
                  <a:schemeClr val="accent6">
                    <a:lumMod val="75000"/>
                  </a:schemeClr>
                </a:solidFill>
              </a:rPr>
              <a:t>Advance pre-configuration </a:t>
            </a:r>
            <a:endParaRPr lang="en-IN" sz="4400" dirty="0">
              <a:solidFill>
                <a:schemeClr val="accent6">
                  <a:lumMod val="75000"/>
                </a:schemeClr>
              </a:solidFill>
            </a:endParaRPr>
          </a:p>
        </p:txBody>
      </p:sp>
      <p:pic>
        <p:nvPicPr>
          <p:cNvPr id="4" name="Picture 3">
            <a:extLst>
              <a:ext uri="{FF2B5EF4-FFF2-40B4-BE49-F238E27FC236}">
                <a16:creationId xmlns:a16="http://schemas.microsoft.com/office/drawing/2014/main" id="{9900555F-9875-29DF-2DC9-86F4BA90E5C3}"/>
              </a:ext>
            </a:extLst>
          </p:cNvPr>
          <p:cNvPicPr>
            <a:picLocks noChangeAspect="1"/>
          </p:cNvPicPr>
          <p:nvPr/>
        </p:nvPicPr>
        <p:blipFill>
          <a:blip r:embed="rId2"/>
          <a:stretch>
            <a:fillRect/>
          </a:stretch>
        </p:blipFill>
        <p:spPr>
          <a:xfrm>
            <a:off x="0" y="1145227"/>
            <a:ext cx="12192000" cy="5284721"/>
          </a:xfrm>
          <a:prstGeom prst="rect">
            <a:avLst/>
          </a:prstGeom>
        </p:spPr>
      </p:pic>
      <p:sp>
        <p:nvSpPr>
          <p:cNvPr id="3" name="Rectangle 2">
            <a:extLst>
              <a:ext uri="{FF2B5EF4-FFF2-40B4-BE49-F238E27FC236}">
                <a16:creationId xmlns:a16="http://schemas.microsoft.com/office/drawing/2014/main" id="{BFB6F4B9-258E-C603-A008-8B2BEF68D877}"/>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189301164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DB459F1-02D6-C734-252F-A8565E614D72}"/>
              </a:ext>
            </a:extLst>
          </p:cNvPr>
          <p:cNvSpPr txBox="1"/>
          <p:nvPr/>
        </p:nvSpPr>
        <p:spPr>
          <a:xfrm>
            <a:off x="107576" y="116541"/>
            <a:ext cx="8991600" cy="769441"/>
          </a:xfrm>
          <a:prstGeom prst="rect">
            <a:avLst/>
          </a:prstGeom>
          <a:noFill/>
        </p:spPr>
        <p:txBody>
          <a:bodyPr wrap="square" rtlCol="0">
            <a:spAutoFit/>
          </a:bodyPr>
          <a:lstStyle/>
          <a:p>
            <a:r>
              <a:rPr lang="en-US" sz="4400" dirty="0">
                <a:solidFill>
                  <a:schemeClr val="accent6">
                    <a:lumMod val="75000"/>
                  </a:schemeClr>
                </a:solidFill>
              </a:rPr>
              <a:t>Bash Script(as Root user be careful)</a:t>
            </a:r>
            <a:endParaRPr lang="en-IN" sz="4400" dirty="0">
              <a:solidFill>
                <a:schemeClr val="accent6">
                  <a:lumMod val="75000"/>
                </a:schemeClr>
              </a:solidFill>
            </a:endParaRPr>
          </a:p>
        </p:txBody>
      </p:sp>
      <p:pic>
        <p:nvPicPr>
          <p:cNvPr id="3" name="Picture 2">
            <a:extLst>
              <a:ext uri="{FF2B5EF4-FFF2-40B4-BE49-F238E27FC236}">
                <a16:creationId xmlns:a16="http://schemas.microsoft.com/office/drawing/2014/main" id="{C268CBB5-44DA-A1EE-7323-B20C9D639330}"/>
              </a:ext>
            </a:extLst>
          </p:cNvPr>
          <p:cNvPicPr>
            <a:picLocks noChangeAspect="1"/>
          </p:cNvPicPr>
          <p:nvPr/>
        </p:nvPicPr>
        <p:blipFill>
          <a:blip r:embed="rId2"/>
          <a:stretch>
            <a:fillRect/>
          </a:stretch>
        </p:blipFill>
        <p:spPr>
          <a:xfrm>
            <a:off x="0" y="1467137"/>
            <a:ext cx="12192000" cy="5274322"/>
          </a:xfrm>
          <a:prstGeom prst="rect">
            <a:avLst/>
          </a:prstGeom>
        </p:spPr>
      </p:pic>
      <p:sp>
        <p:nvSpPr>
          <p:cNvPr id="4" name="Rectangle 3">
            <a:extLst>
              <a:ext uri="{FF2B5EF4-FFF2-40B4-BE49-F238E27FC236}">
                <a16:creationId xmlns:a16="http://schemas.microsoft.com/office/drawing/2014/main" id="{47B7588D-EF25-7104-5130-DB545748C62F}"/>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5610605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DB459F1-02D6-C734-252F-A8565E614D72}"/>
              </a:ext>
            </a:extLst>
          </p:cNvPr>
          <p:cNvSpPr txBox="1"/>
          <p:nvPr/>
        </p:nvSpPr>
        <p:spPr>
          <a:xfrm>
            <a:off x="107577" y="116541"/>
            <a:ext cx="8417858" cy="769441"/>
          </a:xfrm>
          <a:prstGeom prst="rect">
            <a:avLst/>
          </a:prstGeom>
          <a:noFill/>
        </p:spPr>
        <p:txBody>
          <a:bodyPr wrap="square" rtlCol="0">
            <a:spAutoFit/>
          </a:bodyPr>
          <a:lstStyle/>
          <a:p>
            <a:r>
              <a:rPr lang="en-US" sz="4400" dirty="0">
                <a:solidFill>
                  <a:schemeClr val="accent6">
                    <a:lumMod val="75000"/>
                  </a:schemeClr>
                </a:solidFill>
              </a:rPr>
              <a:t>Response from Ec2</a:t>
            </a:r>
            <a:endParaRPr lang="en-IN" sz="4400" dirty="0">
              <a:solidFill>
                <a:schemeClr val="accent6">
                  <a:lumMod val="75000"/>
                </a:schemeClr>
              </a:solidFill>
            </a:endParaRPr>
          </a:p>
        </p:txBody>
      </p:sp>
      <p:pic>
        <p:nvPicPr>
          <p:cNvPr id="4" name="Picture 3">
            <a:extLst>
              <a:ext uri="{FF2B5EF4-FFF2-40B4-BE49-F238E27FC236}">
                <a16:creationId xmlns:a16="http://schemas.microsoft.com/office/drawing/2014/main" id="{98DFF77A-BEA2-A9CC-C0E8-6179B09763AC}"/>
              </a:ext>
            </a:extLst>
          </p:cNvPr>
          <p:cNvPicPr>
            <a:picLocks noChangeAspect="1"/>
          </p:cNvPicPr>
          <p:nvPr/>
        </p:nvPicPr>
        <p:blipFill>
          <a:blip r:embed="rId2"/>
          <a:stretch>
            <a:fillRect/>
          </a:stretch>
        </p:blipFill>
        <p:spPr>
          <a:xfrm>
            <a:off x="0" y="954392"/>
            <a:ext cx="12192000" cy="6168415"/>
          </a:xfrm>
          <a:prstGeom prst="rect">
            <a:avLst/>
          </a:prstGeom>
        </p:spPr>
      </p:pic>
      <p:sp>
        <p:nvSpPr>
          <p:cNvPr id="3" name="Rectangle 2">
            <a:extLst>
              <a:ext uri="{FF2B5EF4-FFF2-40B4-BE49-F238E27FC236}">
                <a16:creationId xmlns:a16="http://schemas.microsoft.com/office/drawing/2014/main" id="{3EEB9174-C16D-B2BA-F42D-564BD585C614}"/>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704564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DB459F1-02D6-C734-252F-A8565E614D72}"/>
              </a:ext>
            </a:extLst>
          </p:cNvPr>
          <p:cNvSpPr txBox="1"/>
          <p:nvPr/>
        </p:nvSpPr>
        <p:spPr>
          <a:xfrm>
            <a:off x="107577" y="116541"/>
            <a:ext cx="8417858" cy="769441"/>
          </a:xfrm>
          <a:prstGeom prst="rect">
            <a:avLst/>
          </a:prstGeom>
          <a:noFill/>
        </p:spPr>
        <p:txBody>
          <a:bodyPr wrap="square" rtlCol="0">
            <a:spAutoFit/>
          </a:bodyPr>
          <a:lstStyle/>
          <a:p>
            <a:r>
              <a:rPr lang="en-US" sz="4400" dirty="0">
                <a:solidFill>
                  <a:schemeClr val="accent6">
                    <a:lumMod val="75000"/>
                  </a:schemeClr>
                </a:solidFill>
              </a:rPr>
              <a:t>Ec2 connection method</a:t>
            </a:r>
            <a:endParaRPr lang="en-IN" sz="4400" dirty="0">
              <a:solidFill>
                <a:schemeClr val="accent6">
                  <a:lumMod val="75000"/>
                </a:schemeClr>
              </a:solidFill>
            </a:endParaRPr>
          </a:p>
        </p:txBody>
      </p:sp>
      <p:pic>
        <p:nvPicPr>
          <p:cNvPr id="3" name="Picture 2">
            <a:extLst>
              <a:ext uri="{FF2B5EF4-FFF2-40B4-BE49-F238E27FC236}">
                <a16:creationId xmlns:a16="http://schemas.microsoft.com/office/drawing/2014/main" id="{86E7C305-893C-3AB5-5504-9DED83E1614D}"/>
              </a:ext>
            </a:extLst>
          </p:cNvPr>
          <p:cNvPicPr>
            <a:picLocks noChangeAspect="1"/>
          </p:cNvPicPr>
          <p:nvPr/>
        </p:nvPicPr>
        <p:blipFill>
          <a:blip r:embed="rId2"/>
          <a:stretch>
            <a:fillRect/>
          </a:stretch>
        </p:blipFill>
        <p:spPr>
          <a:xfrm>
            <a:off x="2017059" y="1282453"/>
            <a:ext cx="7799294" cy="5665194"/>
          </a:xfrm>
          <a:prstGeom prst="rect">
            <a:avLst/>
          </a:prstGeom>
        </p:spPr>
      </p:pic>
      <p:sp>
        <p:nvSpPr>
          <p:cNvPr id="4" name="Rectangle 3">
            <a:extLst>
              <a:ext uri="{FF2B5EF4-FFF2-40B4-BE49-F238E27FC236}">
                <a16:creationId xmlns:a16="http://schemas.microsoft.com/office/drawing/2014/main" id="{EB4A15B6-F97C-4B22-68AD-C6DA58F5DED9}"/>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275111308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DB459F1-02D6-C734-252F-A8565E614D72}"/>
              </a:ext>
            </a:extLst>
          </p:cNvPr>
          <p:cNvSpPr txBox="1"/>
          <p:nvPr/>
        </p:nvSpPr>
        <p:spPr>
          <a:xfrm>
            <a:off x="107577" y="116541"/>
            <a:ext cx="8417858" cy="769441"/>
          </a:xfrm>
          <a:prstGeom prst="rect">
            <a:avLst/>
          </a:prstGeom>
          <a:noFill/>
        </p:spPr>
        <p:txBody>
          <a:bodyPr wrap="square" rtlCol="0">
            <a:spAutoFit/>
          </a:bodyPr>
          <a:lstStyle/>
          <a:p>
            <a:r>
              <a:rPr lang="en-US" sz="4400" dirty="0">
                <a:solidFill>
                  <a:schemeClr val="accent6">
                    <a:lumMod val="75000"/>
                  </a:schemeClr>
                </a:solidFill>
              </a:rPr>
              <a:t>SSH connection from AWS Web</a:t>
            </a:r>
            <a:endParaRPr lang="en-IN" sz="4400" dirty="0">
              <a:solidFill>
                <a:schemeClr val="accent6">
                  <a:lumMod val="75000"/>
                </a:schemeClr>
              </a:solidFill>
            </a:endParaRPr>
          </a:p>
        </p:txBody>
      </p:sp>
      <p:pic>
        <p:nvPicPr>
          <p:cNvPr id="4" name="Picture 3">
            <a:extLst>
              <a:ext uri="{FF2B5EF4-FFF2-40B4-BE49-F238E27FC236}">
                <a16:creationId xmlns:a16="http://schemas.microsoft.com/office/drawing/2014/main" id="{135B6E37-607F-9C29-F13A-CCDF20CB28FA}"/>
              </a:ext>
            </a:extLst>
          </p:cNvPr>
          <p:cNvPicPr>
            <a:picLocks noChangeAspect="1"/>
          </p:cNvPicPr>
          <p:nvPr/>
        </p:nvPicPr>
        <p:blipFill>
          <a:blip r:embed="rId2"/>
          <a:stretch>
            <a:fillRect/>
          </a:stretch>
        </p:blipFill>
        <p:spPr>
          <a:xfrm>
            <a:off x="0" y="1026459"/>
            <a:ext cx="12192000" cy="5715000"/>
          </a:xfrm>
          <a:prstGeom prst="rect">
            <a:avLst/>
          </a:prstGeom>
        </p:spPr>
      </p:pic>
      <p:sp>
        <p:nvSpPr>
          <p:cNvPr id="3" name="Rectangle 2">
            <a:extLst>
              <a:ext uri="{FF2B5EF4-FFF2-40B4-BE49-F238E27FC236}">
                <a16:creationId xmlns:a16="http://schemas.microsoft.com/office/drawing/2014/main" id="{3B95DE5B-D416-3F73-D9ED-F17C1E6A4BD2}"/>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383730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DB459F1-02D6-C734-252F-A8565E614D72}"/>
              </a:ext>
            </a:extLst>
          </p:cNvPr>
          <p:cNvSpPr txBox="1"/>
          <p:nvPr/>
        </p:nvSpPr>
        <p:spPr>
          <a:xfrm>
            <a:off x="107577" y="116541"/>
            <a:ext cx="8417858" cy="769441"/>
          </a:xfrm>
          <a:prstGeom prst="rect">
            <a:avLst/>
          </a:prstGeom>
          <a:noFill/>
        </p:spPr>
        <p:txBody>
          <a:bodyPr wrap="square" rtlCol="0">
            <a:spAutoFit/>
          </a:bodyPr>
          <a:lstStyle/>
          <a:p>
            <a:r>
              <a:rPr lang="en-US" sz="4400" dirty="0">
                <a:solidFill>
                  <a:schemeClr val="accent6">
                    <a:lumMod val="75000"/>
                  </a:schemeClr>
                </a:solidFill>
              </a:rPr>
              <a:t>IP Address</a:t>
            </a:r>
            <a:endParaRPr lang="en-IN" sz="4400" dirty="0">
              <a:solidFill>
                <a:schemeClr val="accent6">
                  <a:lumMod val="75000"/>
                </a:schemeClr>
              </a:solidFill>
            </a:endParaRPr>
          </a:p>
        </p:txBody>
      </p:sp>
      <p:pic>
        <p:nvPicPr>
          <p:cNvPr id="3" name="Picture 2">
            <a:extLst>
              <a:ext uri="{FF2B5EF4-FFF2-40B4-BE49-F238E27FC236}">
                <a16:creationId xmlns:a16="http://schemas.microsoft.com/office/drawing/2014/main" id="{90D652D8-C763-4C68-46BA-BD6C1FB1EE51}"/>
              </a:ext>
            </a:extLst>
          </p:cNvPr>
          <p:cNvPicPr>
            <a:picLocks noChangeAspect="1"/>
          </p:cNvPicPr>
          <p:nvPr/>
        </p:nvPicPr>
        <p:blipFill>
          <a:blip r:embed="rId2"/>
          <a:stretch>
            <a:fillRect/>
          </a:stretch>
        </p:blipFill>
        <p:spPr>
          <a:xfrm>
            <a:off x="0" y="1194120"/>
            <a:ext cx="12192000" cy="5258655"/>
          </a:xfrm>
          <a:prstGeom prst="rect">
            <a:avLst/>
          </a:prstGeom>
        </p:spPr>
      </p:pic>
      <p:sp>
        <p:nvSpPr>
          <p:cNvPr id="4" name="Rectangle 3">
            <a:extLst>
              <a:ext uri="{FF2B5EF4-FFF2-40B4-BE49-F238E27FC236}">
                <a16:creationId xmlns:a16="http://schemas.microsoft.com/office/drawing/2014/main" id="{4148B587-87D8-339D-5495-E655078121A6}"/>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246447157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DB459F1-02D6-C734-252F-A8565E614D72}"/>
              </a:ext>
            </a:extLst>
          </p:cNvPr>
          <p:cNvSpPr txBox="1"/>
          <p:nvPr/>
        </p:nvSpPr>
        <p:spPr>
          <a:xfrm>
            <a:off x="107577" y="116541"/>
            <a:ext cx="8417858" cy="769441"/>
          </a:xfrm>
          <a:prstGeom prst="rect">
            <a:avLst/>
          </a:prstGeom>
          <a:noFill/>
        </p:spPr>
        <p:txBody>
          <a:bodyPr wrap="square" rtlCol="0">
            <a:spAutoFit/>
          </a:bodyPr>
          <a:lstStyle/>
          <a:p>
            <a:r>
              <a:rPr lang="en-US" sz="4400" dirty="0">
                <a:solidFill>
                  <a:schemeClr val="accent6">
                    <a:lumMod val="75000"/>
                  </a:schemeClr>
                </a:solidFill>
              </a:rPr>
              <a:t>Resource Monitor</a:t>
            </a:r>
            <a:endParaRPr lang="en-IN" sz="4400" dirty="0">
              <a:solidFill>
                <a:schemeClr val="accent6">
                  <a:lumMod val="75000"/>
                </a:schemeClr>
              </a:solidFill>
            </a:endParaRPr>
          </a:p>
        </p:txBody>
      </p:sp>
      <p:pic>
        <p:nvPicPr>
          <p:cNvPr id="3" name="Picture 2">
            <a:extLst>
              <a:ext uri="{FF2B5EF4-FFF2-40B4-BE49-F238E27FC236}">
                <a16:creationId xmlns:a16="http://schemas.microsoft.com/office/drawing/2014/main" id="{F51FE2D0-6746-0693-FBBE-D45AF5752293}"/>
              </a:ext>
            </a:extLst>
          </p:cNvPr>
          <p:cNvPicPr>
            <a:picLocks noChangeAspect="1"/>
          </p:cNvPicPr>
          <p:nvPr/>
        </p:nvPicPr>
        <p:blipFill>
          <a:blip r:embed="rId2"/>
          <a:stretch>
            <a:fillRect/>
          </a:stretch>
        </p:blipFill>
        <p:spPr>
          <a:xfrm>
            <a:off x="0" y="1359046"/>
            <a:ext cx="12192000" cy="5197743"/>
          </a:xfrm>
          <a:prstGeom prst="rect">
            <a:avLst/>
          </a:prstGeom>
        </p:spPr>
      </p:pic>
      <p:sp>
        <p:nvSpPr>
          <p:cNvPr id="4" name="Rectangle 3">
            <a:extLst>
              <a:ext uri="{FF2B5EF4-FFF2-40B4-BE49-F238E27FC236}">
                <a16:creationId xmlns:a16="http://schemas.microsoft.com/office/drawing/2014/main" id="{7ECBE73B-3AF7-D0B9-A15E-72DC5BF06F5D}"/>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361446434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6DDBB02-9464-CEB2-1790-240E71187667}"/>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26</a:t>
            </a:fld>
            <a:endParaRPr lang="en-US" dirty="0"/>
          </a:p>
        </p:txBody>
      </p:sp>
      <p:pic>
        <p:nvPicPr>
          <p:cNvPr id="17" name="Picture 16">
            <a:extLst>
              <a:ext uri="{FF2B5EF4-FFF2-40B4-BE49-F238E27FC236}">
                <a16:creationId xmlns:a16="http://schemas.microsoft.com/office/drawing/2014/main" id="{CDB94F09-D6CB-047B-3208-BF57E340F36A}"/>
              </a:ext>
            </a:extLst>
          </p:cNvPr>
          <p:cNvPicPr>
            <a:picLocks noChangeAspect="1"/>
          </p:cNvPicPr>
          <p:nvPr/>
        </p:nvPicPr>
        <p:blipFill>
          <a:blip r:embed="rId2"/>
          <a:stretch>
            <a:fillRect/>
          </a:stretch>
        </p:blipFill>
        <p:spPr>
          <a:xfrm>
            <a:off x="-96982" y="-54553"/>
            <a:ext cx="12385964" cy="6967106"/>
          </a:xfrm>
          <a:prstGeom prst="rect">
            <a:avLst/>
          </a:prstGeom>
        </p:spPr>
      </p:pic>
      <p:sp>
        <p:nvSpPr>
          <p:cNvPr id="3" name="Rectangle 2">
            <a:extLst>
              <a:ext uri="{FF2B5EF4-FFF2-40B4-BE49-F238E27FC236}">
                <a16:creationId xmlns:a16="http://schemas.microsoft.com/office/drawing/2014/main" id="{A3690C6C-217A-FB8F-7941-951F321DB9D8}"/>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231793507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27</a:t>
            </a:fld>
            <a:endParaRPr lang="en-US" dirty="0"/>
          </a:p>
        </p:txBody>
      </p:sp>
      <p:pic>
        <p:nvPicPr>
          <p:cNvPr id="3" name="Picture 2">
            <a:extLst>
              <a:ext uri="{FF2B5EF4-FFF2-40B4-BE49-F238E27FC236}">
                <a16:creationId xmlns:a16="http://schemas.microsoft.com/office/drawing/2014/main" id="{F47D42FD-4C05-E39D-B6FA-ACC9B12B37D6}"/>
              </a:ext>
            </a:extLst>
          </p:cNvPr>
          <p:cNvPicPr>
            <a:picLocks noChangeAspect="1"/>
          </p:cNvPicPr>
          <p:nvPr/>
        </p:nvPicPr>
        <p:blipFill>
          <a:blip r:embed="rId2"/>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F75A5F02-422B-AFEA-104C-9D8F8FB3DE5D}"/>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274270826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28</a:t>
            </a:fld>
            <a:endParaRPr lang="en-US" dirty="0"/>
          </a:p>
        </p:txBody>
      </p:sp>
      <p:pic>
        <p:nvPicPr>
          <p:cNvPr id="4" name="Picture 3">
            <a:extLst>
              <a:ext uri="{FF2B5EF4-FFF2-40B4-BE49-F238E27FC236}">
                <a16:creationId xmlns:a16="http://schemas.microsoft.com/office/drawing/2014/main" id="{49E66F77-660F-6FB8-4033-FF0E4ECEFD50}"/>
              </a:ext>
            </a:extLst>
          </p:cNvPr>
          <p:cNvPicPr>
            <a:picLocks noChangeAspect="1"/>
          </p:cNvPicPr>
          <p:nvPr/>
        </p:nvPicPr>
        <p:blipFill>
          <a:blip r:embed="rId2"/>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515F43BF-EC14-AF45-1F0B-AAFB812FF036}"/>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68831447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DB459F1-02D6-C734-252F-A8565E614D72}"/>
              </a:ext>
            </a:extLst>
          </p:cNvPr>
          <p:cNvSpPr txBox="1"/>
          <p:nvPr/>
        </p:nvSpPr>
        <p:spPr>
          <a:xfrm>
            <a:off x="107577" y="116541"/>
            <a:ext cx="8417858" cy="769441"/>
          </a:xfrm>
          <a:prstGeom prst="rect">
            <a:avLst/>
          </a:prstGeom>
          <a:noFill/>
        </p:spPr>
        <p:txBody>
          <a:bodyPr wrap="square" rtlCol="0">
            <a:spAutoFit/>
          </a:bodyPr>
          <a:lstStyle/>
          <a:p>
            <a:r>
              <a:rPr lang="en-US" sz="4400" dirty="0">
                <a:solidFill>
                  <a:schemeClr val="accent6">
                    <a:lumMod val="75000"/>
                  </a:schemeClr>
                </a:solidFill>
              </a:rPr>
              <a:t>EBS types</a:t>
            </a:r>
            <a:endParaRPr lang="en-IN" sz="4400" dirty="0">
              <a:solidFill>
                <a:schemeClr val="accent6">
                  <a:lumMod val="75000"/>
                </a:schemeClr>
              </a:solidFill>
            </a:endParaRPr>
          </a:p>
        </p:txBody>
      </p:sp>
      <p:pic>
        <p:nvPicPr>
          <p:cNvPr id="4" name="Picture 3">
            <a:extLst>
              <a:ext uri="{FF2B5EF4-FFF2-40B4-BE49-F238E27FC236}">
                <a16:creationId xmlns:a16="http://schemas.microsoft.com/office/drawing/2014/main" id="{9BC699C8-703D-A610-A4C9-B7C609BE5B72}"/>
              </a:ext>
            </a:extLst>
          </p:cNvPr>
          <p:cNvPicPr>
            <a:picLocks noChangeAspect="1"/>
          </p:cNvPicPr>
          <p:nvPr/>
        </p:nvPicPr>
        <p:blipFill>
          <a:blip r:embed="rId2"/>
          <a:stretch>
            <a:fillRect/>
          </a:stretch>
        </p:blipFill>
        <p:spPr>
          <a:xfrm>
            <a:off x="967908" y="996221"/>
            <a:ext cx="10256184" cy="5745238"/>
          </a:xfrm>
          <a:prstGeom prst="rect">
            <a:avLst/>
          </a:prstGeom>
        </p:spPr>
      </p:pic>
      <p:sp>
        <p:nvSpPr>
          <p:cNvPr id="3" name="Rectangle 2">
            <a:extLst>
              <a:ext uri="{FF2B5EF4-FFF2-40B4-BE49-F238E27FC236}">
                <a16:creationId xmlns:a16="http://schemas.microsoft.com/office/drawing/2014/main" id="{C2ECAA5C-C218-37D7-4C51-AD98ED5F49C9}"/>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252141554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26F910-5603-E48A-D47F-896AC0181A76}"/>
              </a:ext>
            </a:extLst>
          </p:cNvPr>
          <p:cNvSpPr/>
          <p:nvPr/>
        </p:nvSpPr>
        <p:spPr>
          <a:xfrm>
            <a:off x="0" y="0"/>
            <a:ext cx="12192000" cy="6858000"/>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FDB459F1-02D6-C734-252F-A8565E614D72}"/>
              </a:ext>
            </a:extLst>
          </p:cNvPr>
          <p:cNvSpPr txBox="1"/>
          <p:nvPr/>
        </p:nvSpPr>
        <p:spPr>
          <a:xfrm>
            <a:off x="3639672" y="2823883"/>
            <a:ext cx="8964704" cy="923330"/>
          </a:xfrm>
          <a:prstGeom prst="rect">
            <a:avLst/>
          </a:prstGeom>
          <a:noFill/>
        </p:spPr>
        <p:txBody>
          <a:bodyPr wrap="square" rtlCol="0">
            <a:spAutoFit/>
          </a:bodyPr>
          <a:lstStyle/>
          <a:p>
            <a:r>
              <a:rPr lang="en-US" sz="5400" b="1" dirty="0">
                <a:solidFill>
                  <a:schemeClr val="accent5">
                    <a:lumMod val="75000"/>
                  </a:schemeClr>
                </a:solidFill>
              </a:rPr>
              <a:t>Security Practice</a:t>
            </a:r>
            <a:endParaRPr lang="en-IN" sz="5400" b="1" dirty="0">
              <a:solidFill>
                <a:schemeClr val="accent5">
                  <a:lumMod val="75000"/>
                </a:schemeClr>
              </a:solidFill>
            </a:endParaRPr>
          </a:p>
        </p:txBody>
      </p:sp>
      <p:sp>
        <p:nvSpPr>
          <p:cNvPr id="4" name="Rectangle 3">
            <a:extLst>
              <a:ext uri="{FF2B5EF4-FFF2-40B4-BE49-F238E27FC236}">
                <a16:creationId xmlns:a16="http://schemas.microsoft.com/office/drawing/2014/main" id="{D4C89D3D-C2B8-ADC7-3874-0A64FADD65BA}"/>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146970383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AECF22D2-2B16-C40D-AA90-609B5CD08B3D}"/>
              </a:ext>
            </a:extLst>
          </p:cNvPr>
          <p:cNvSpPr>
            <a:spLocks noGrp="1"/>
          </p:cNvSpPr>
          <p:nvPr>
            <p:ph type="sldNum" sz="quarter" idx="12"/>
          </p:nvPr>
        </p:nvSpPr>
        <p:spPr/>
        <p:txBody>
          <a:bodyPr/>
          <a:lstStyle/>
          <a:p>
            <a:fld id="{48F63A3B-78C7-47BE-AE5E-E10140E04643}" type="slidenum">
              <a:rPr lang="en-US" smtClean="0"/>
              <a:t>31</a:t>
            </a:fld>
            <a:endParaRPr lang="en-US" dirty="0"/>
          </a:p>
        </p:txBody>
      </p:sp>
      <p:pic>
        <p:nvPicPr>
          <p:cNvPr id="4" name="Picture 3">
            <a:extLst>
              <a:ext uri="{FF2B5EF4-FFF2-40B4-BE49-F238E27FC236}">
                <a16:creationId xmlns:a16="http://schemas.microsoft.com/office/drawing/2014/main" id="{ECDF4854-772C-D637-D0C1-ED1700F9E3E4}"/>
              </a:ext>
            </a:extLst>
          </p:cNvPr>
          <p:cNvPicPr>
            <a:picLocks noChangeAspect="1"/>
          </p:cNvPicPr>
          <p:nvPr/>
        </p:nvPicPr>
        <p:blipFill>
          <a:blip r:embed="rId2"/>
          <a:stretch>
            <a:fillRect/>
          </a:stretch>
        </p:blipFill>
        <p:spPr>
          <a:xfrm>
            <a:off x="0" y="854075"/>
            <a:ext cx="12192000" cy="5149850"/>
          </a:xfrm>
          <a:prstGeom prst="rect">
            <a:avLst/>
          </a:prstGeom>
        </p:spPr>
      </p:pic>
      <p:sp>
        <p:nvSpPr>
          <p:cNvPr id="3" name="Rectangle 2">
            <a:extLst>
              <a:ext uri="{FF2B5EF4-FFF2-40B4-BE49-F238E27FC236}">
                <a16:creationId xmlns:a16="http://schemas.microsoft.com/office/drawing/2014/main" id="{E9A17082-CE0F-46E2-D71F-E15CF7FCA692}"/>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128756872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D559309-8C92-3EAE-4D61-8673585BFA6E}"/>
              </a:ext>
            </a:extLst>
          </p:cNvPr>
          <p:cNvSpPr>
            <a:spLocks noGrp="1"/>
          </p:cNvSpPr>
          <p:nvPr>
            <p:ph type="title"/>
          </p:nvPr>
        </p:nvSpPr>
        <p:spPr>
          <a:xfrm>
            <a:off x="768096" y="2687977"/>
            <a:ext cx="10671048" cy="768096"/>
          </a:xfrm>
        </p:spPr>
        <p:txBody>
          <a:bodyPr/>
          <a:lstStyle/>
          <a:p>
            <a:r>
              <a:rPr lang="en-US" dirty="0"/>
              <a:t>SECURITY GROUPS VISUAL VIEW</a:t>
            </a:r>
            <a:br>
              <a:rPr lang="en-US" dirty="0"/>
            </a:br>
            <a:endParaRPr lang="en-IN" dirty="0"/>
          </a:p>
        </p:txBody>
      </p:sp>
      <p:sp>
        <p:nvSpPr>
          <p:cNvPr id="8" name="Slide Number Placeholder 7">
            <a:extLst>
              <a:ext uri="{FF2B5EF4-FFF2-40B4-BE49-F238E27FC236}">
                <a16:creationId xmlns:a16="http://schemas.microsoft.com/office/drawing/2014/main" id="{AECF22D2-2B16-C40D-AA90-609B5CD08B3D}"/>
              </a:ext>
            </a:extLst>
          </p:cNvPr>
          <p:cNvSpPr>
            <a:spLocks noGrp="1"/>
          </p:cNvSpPr>
          <p:nvPr>
            <p:ph type="sldNum" sz="quarter" idx="12"/>
          </p:nvPr>
        </p:nvSpPr>
        <p:spPr/>
        <p:txBody>
          <a:bodyPr/>
          <a:lstStyle/>
          <a:p>
            <a:fld id="{48F63A3B-78C7-47BE-AE5E-E10140E04643}" type="slidenum">
              <a:rPr lang="en-US" smtClean="0"/>
              <a:t>32</a:t>
            </a:fld>
            <a:endParaRPr lang="en-US" dirty="0"/>
          </a:p>
        </p:txBody>
      </p:sp>
      <p:pic>
        <p:nvPicPr>
          <p:cNvPr id="2" name="Picture 1">
            <a:extLst>
              <a:ext uri="{FF2B5EF4-FFF2-40B4-BE49-F238E27FC236}">
                <a16:creationId xmlns:a16="http://schemas.microsoft.com/office/drawing/2014/main" id="{9E066408-3755-2F39-3671-A4304979F33A}"/>
              </a:ext>
            </a:extLst>
          </p:cNvPr>
          <p:cNvPicPr>
            <a:picLocks noChangeAspect="1"/>
          </p:cNvPicPr>
          <p:nvPr/>
        </p:nvPicPr>
        <p:blipFill>
          <a:blip r:embed="rId2"/>
          <a:stretch>
            <a:fillRect/>
          </a:stretch>
        </p:blipFill>
        <p:spPr>
          <a:xfrm>
            <a:off x="7620" y="0"/>
            <a:ext cx="12192000" cy="6705600"/>
          </a:xfrm>
          <a:prstGeom prst="rect">
            <a:avLst/>
          </a:prstGeom>
        </p:spPr>
      </p:pic>
      <p:sp>
        <p:nvSpPr>
          <p:cNvPr id="4" name="Rectangle 3">
            <a:extLst>
              <a:ext uri="{FF2B5EF4-FFF2-40B4-BE49-F238E27FC236}">
                <a16:creationId xmlns:a16="http://schemas.microsoft.com/office/drawing/2014/main" id="{D48D895C-F7FA-5EAC-A84F-B7BB60CD31A3}"/>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4055639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D559309-8C92-3EAE-4D61-8673585BFA6E}"/>
              </a:ext>
            </a:extLst>
          </p:cNvPr>
          <p:cNvSpPr>
            <a:spLocks noGrp="1"/>
          </p:cNvSpPr>
          <p:nvPr>
            <p:ph type="title"/>
          </p:nvPr>
        </p:nvSpPr>
        <p:spPr/>
        <p:txBody>
          <a:bodyPr/>
          <a:lstStyle/>
          <a:p>
            <a:endParaRPr lang="en-IN" dirty="0"/>
          </a:p>
        </p:txBody>
      </p:sp>
      <p:sp>
        <p:nvSpPr>
          <p:cNvPr id="7" name="Footer Placeholder 6">
            <a:extLst>
              <a:ext uri="{FF2B5EF4-FFF2-40B4-BE49-F238E27FC236}">
                <a16:creationId xmlns:a16="http://schemas.microsoft.com/office/drawing/2014/main" id="{3A122237-B06F-5E42-B051-D7859FC21D7D}"/>
              </a:ext>
            </a:extLst>
          </p:cNvPr>
          <p:cNvSpPr>
            <a:spLocks noGrp="1"/>
          </p:cNvSpPr>
          <p:nvPr>
            <p:ph type="ftr" sz="quarter" idx="11"/>
          </p:nvPr>
        </p:nvSpPr>
        <p:spPr/>
        <p:txBody>
          <a:bodyPr/>
          <a:lstStyle/>
          <a:p>
            <a:r>
              <a:rPr lang="en-US"/>
              <a:t>Presentation title</a:t>
            </a:r>
            <a:endParaRPr lang="en-US" dirty="0"/>
          </a:p>
        </p:txBody>
      </p:sp>
      <p:sp>
        <p:nvSpPr>
          <p:cNvPr id="8" name="Slide Number Placeholder 7">
            <a:extLst>
              <a:ext uri="{FF2B5EF4-FFF2-40B4-BE49-F238E27FC236}">
                <a16:creationId xmlns:a16="http://schemas.microsoft.com/office/drawing/2014/main" id="{AECF22D2-2B16-C40D-AA90-609B5CD08B3D}"/>
              </a:ext>
            </a:extLst>
          </p:cNvPr>
          <p:cNvSpPr>
            <a:spLocks noGrp="1"/>
          </p:cNvSpPr>
          <p:nvPr>
            <p:ph type="sldNum" sz="quarter" idx="12"/>
          </p:nvPr>
        </p:nvSpPr>
        <p:spPr/>
        <p:txBody>
          <a:bodyPr/>
          <a:lstStyle/>
          <a:p>
            <a:fld id="{48F63A3B-78C7-47BE-AE5E-E10140E04643}" type="slidenum">
              <a:rPr lang="en-US" smtClean="0"/>
              <a:t>33</a:t>
            </a:fld>
            <a:endParaRPr lang="en-US" dirty="0"/>
          </a:p>
        </p:txBody>
      </p:sp>
      <p:pic>
        <p:nvPicPr>
          <p:cNvPr id="11" name="Picture 10">
            <a:extLst>
              <a:ext uri="{FF2B5EF4-FFF2-40B4-BE49-F238E27FC236}">
                <a16:creationId xmlns:a16="http://schemas.microsoft.com/office/drawing/2014/main" id="{54388AC2-350D-3F3B-DDD7-90BC3995D7F7}"/>
              </a:ext>
            </a:extLst>
          </p:cNvPr>
          <p:cNvPicPr>
            <a:picLocks noChangeAspect="1"/>
          </p:cNvPicPr>
          <p:nvPr/>
        </p:nvPicPr>
        <p:blipFill>
          <a:blip r:embed="rId2"/>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9EBCF1EE-8EAB-31EE-6B1D-220D9B3D9B4D}"/>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300619716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D559309-8C92-3EAE-4D61-8673585BFA6E}"/>
              </a:ext>
            </a:extLst>
          </p:cNvPr>
          <p:cNvSpPr>
            <a:spLocks noGrp="1"/>
          </p:cNvSpPr>
          <p:nvPr>
            <p:ph type="title"/>
          </p:nvPr>
        </p:nvSpPr>
        <p:spPr/>
        <p:txBody>
          <a:bodyPr/>
          <a:lstStyle/>
          <a:p>
            <a:endParaRPr lang="en-IN" dirty="0"/>
          </a:p>
        </p:txBody>
      </p:sp>
      <p:sp>
        <p:nvSpPr>
          <p:cNvPr id="7" name="Footer Placeholder 6">
            <a:extLst>
              <a:ext uri="{FF2B5EF4-FFF2-40B4-BE49-F238E27FC236}">
                <a16:creationId xmlns:a16="http://schemas.microsoft.com/office/drawing/2014/main" id="{3A122237-B06F-5E42-B051-D7859FC21D7D}"/>
              </a:ext>
            </a:extLst>
          </p:cNvPr>
          <p:cNvSpPr>
            <a:spLocks noGrp="1"/>
          </p:cNvSpPr>
          <p:nvPr>
            <p:ph type="ftr" sz="quarter" idx="11"/>
          </p:nvPr>
        </p:nvSpPr>
        <p:spPr/>
        <p:txBody>
          <a:bodyPr/>
          <a:lstStyle/>
          <a:p>
            <a:r>
              <a:rPr lang="en-US"/>
              <a:t>Presentation title</a:t>
            </a:r>
            <a:endParaRPr lang="en-US" dirty="0"/>
          </a:p>
        </p:txBody>
      </p:sp>
      <p:sp>
        <p:nvSpPr>
          <p:cNvPr id="8" name="Slide Number Placeholder 7">
            <a:extLst>
              <a:ext uri="{FF2B5EF4-FFF2-40B4-BE49-F238E27FC236}">
                <a16:creationId xmlns:a16="http://schemas.microsoft.com/office/drawing/2014/main" id="{AECF22D2-2B16-C40D-AA90-609B5CD08B3D}"/>
              </a:ext>
            </a:extLst>
          </p:cNvPr>
          <p:cNvSpPr>
            <a:spLocks noGrp="1"/>
          </p:cNvSpPr>
          <p:nvPr>
            <p:ph type="sldNum" sz="quarter" idx="12"/>
          </p:nvPr>
        </p:nvSpPr>
        <p:spPr/>
        <p:txBody>
          <a:bodyPr/>
          <a:lstStyle/>
          <a:p>
            <a:fld id="{48F63A3B-78C7-47BE-AE5E-E10140E04643}" type="slidenum">
              <a:rPr lang="en-US" smtClean="0"/>
              <a:t>34</a:t>
            </a:fld>
            <a:endParaRPr lang="en-US" dirty="0"/>
          </a:p>
        </p:txBody>
      </p:sp>
      <p:pic>
        <p:nvPicPr>
          <p:cNvPr id="3" name="Picture 2">
            <a:extLst>
              <a:ext uri="{FF2B5EF4-FFF2-40B4-BE49-F238E27FC236}">
                <a16:creationId xmlns:a16="http://schemas.microsoft.com/office/drawing/2014/main" id="{1E0601EE-3124-D2E9-E26D-655588EE7AC6}"/>
              </a:ext>
            </a:extLst>
          </p:cNvPr>
          <p:cNvPicPr>
            <a:picLocks noChangeAspect="1"/>
          </p:cNvPicPr>
          <p:nvPr/>
        </p:nvPicPr>
        <p:blipFill>
          <a:blip r:embed="rId2"/>
          <a:stretch>
            <a:fillRect/>
          </a:stretch>
        </p:blipFill>
        <p:spPr>
          <a:xfrm>
            <a:off x="129540" y="87125"/>
            <a:ext cx="11932920" cy="6945333"/>
          </a:xfrm>
          <a:prstGeom prst="rect">
            <a:avLst/>
          </a:prstGeom>
        </p:spPr>
      </p:pic>
      <p:sp>
        <p:nvSpPr>
          <p:cNvPr id="4" name="Rectangle 3">
            <a:extLst>
              <a:ext uri="{FF2B5EF4-FFF2-40B4-BE49-F238E27FC236}">
                <a16:creationId xmlns:a16="http://schemas.microsoft.com/office/drawing/2014/main" id="{DB406746-B12A-B8B2-2CA4-6AA5B0A6BBA3}"/>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408384751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D559309-8C92-3EAE-4D61-8673585BFA6E}"/>
              </a:ext>
            </a:extLst>
          </p:cNvPr>
          <p:cNvSpPr>
            <a:spLocks noGrp="1"/>
          </p:cNvSpPr>
          <p:nvPr>
            <p:ph type="title"/>
          </p:nvPr>
        </p:nvSpPr>
        <p:spPr/>
        <p:txBody>
          <a:bodyPr/>
          <a:lstStyle/>
          <a:p>
            <a:endParaRPr lang="en-IN" dirty="0"/>
          </a:p>
        </p:txBody>
      </p:sp>
      <p:sp>
        <p:nvSpPr>
          <p:cNvPr id="7" name="Footer Placeholder 6">
            <a:extLst>
              <a:ext uri="{FF2B5EF4-FFF2-40B4-BE49-F238E27FC236}">
                <a16:creationId xmlns:a16="http://schemas.microsoft.com/office/drawing/2014/main" id="{3A122237-B06F-5E42-B051-D7859FC21D7D}"/>
              </a:ext>
            </a:extLst>
          </p:cNvPr>
          <p:cNvSpPr>
            <a:spLocks noGrp="1"/>
          </p:cNvSpPr>
          <p:nvPr>
            <p:ph type="ftr" sz="quarter" idx="11"/>
          </p:nvPr>
        </p:nvSpPr>
        <p:spPr/>
        <p:txBody>
          <a:bodyPr/>
          <a:lstStyle/>
          <a:p>
            <a:r>
              <a:rPr lang="en-US"/>
              <a:t>Presentation title</a:t>
            </a:r>
            <a:endParaRPr lang="en-US" dirty="0"/>
          </a:p>
        </p:txBody>
      </p:sp>
      <p:sp>
        <p:nvSpPr>
          <p:cNvPr id="8" name="Slide Number Placeholder 7">
            <a:extLst>
              <a:ext uri="{FF2B5EF4-FFF2-40B4-BE49-F238E27FC236}">
                <a16:creationId xmlns:a16="http://schemas.microsoft.com/office/drawing/2014/main" id="{AECF22D2-2B16-C40D-AA90-609B5CD08B3D}"/>
              </a:ext>
            </a:extLst>
          </p:cNvPr>
          <p:cNvSpPr>
            <a:spLocks noGrp="1"/>
          </p:cNvSpPr>
          <p:nvPr>
            <p:ph type="sldNum" sz="quarter" idx="12"/>
          </p:nvPr>
        </p:nvSpPr>
        <p:spPr/>
        <p:txBody>
          <a:bodyPr/>
          <a:lstStyle/>
          <a:p>
            <a:fld id="{48F63A3B-78C7-47BE-AE5E-E10140E04643}" type="slidenum">
              <a:rPr lang="en-US" smtClean="0"/>
              <a:t>35</a:t>
            </a:fld>
            <a:endParaRPr lang="en-US" dirty="0"/>
          </a:p>
        </p:txBody>
      </p:sp>
      <p:pic>
        <p:nvPicPr>
          <p:cNvPr id="4" name="Picture 3">
            <a:extLst>
              <a:ext uri="{FF2B5EF4-FFF2-40B4-BE49-F238E27FC236}">
                <a16:creationId xmlns:a16="http://schemas.microsoft.com/office/drawing/2014/main" id="{FD6FF030-85DB-22F1-3DC3-1D32F465C48B}"/>
              </a:ext>
            </a:extLst>
          </p:cNvPr>
          <p:cNvPicPr>
            <a:picLocks noChangeAspect="1"/>
          </p:cNvPicPr>
          <p:nvPr/>
        </p:nvPicPr>
        <p:blipFill>
          <a:blip r:embed="rId2"/>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A9A72F2A-B9D2-EE3E-7775-DF42E457BD5E}"/>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279762487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87C846F-2821-A946-0038-DAB72869F36B}"/>
              </a:ext>
            </a:extLst>
          </p:cNvPr>
          <p:cNvSpPr/>
          <p:nvPr/>
        </p:nvSpPr>
        <p:spPr>
          <a:xfrm>
            <a:off x="-71718" y="-72255"/>
            <a:ext cx="12505765" cy="7064726"/>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itle 8">
            <a:extLst>
              <a:ext uri="{FF2B5EF4-FFF2-40B4-BE49-F238E27FC236}">
                <a16:creationId xmlns:a16="http://schemas.microsoft.com/office/drawing/2014/main" id="{4D559309-8C92-3EAE-4D61-8673585BFA6E}"/>
              </a:ext>
            </a:extLst>
          </p:cNvPr>
          <p:cNvSpPr>
            <a:spLocks noGrp="1"/>
          </p:cNvSpPr>
          <p:nvPr>
            <p:ph type="title"/>
          </p:nvPr>
        </p:nvSpPr>
        <p:spPr/>
        <p:txBody>
          <a:bodyPr/>
          <a:lstStyle/>
          <a:p>
            <a:endParaRPr lang="en-IN" dirty="0"/>
          </a:p>
        </p:txBody>
      </p:sp>
      <p:pic>
        <p:nvPicPr>
          <p:cNvPr id="3" name="Picture 2">
            <a:extLst>
              <a:ext uri="{FF2B5EF4-FFF2-40B4-BE49-F238E27FC236}">
                <a16:creationId xmlns:a16="http://schemas.microsoft.com/office/drawing/2014/main" id="{949664FE-316C-2768-FB75-453EA1B2C9A0}"/>
              </a:ext>
            </a:extLst>
          </p:cNvPr>
          <p:cNvPicPr>
            <a:picLocks noChangeAspect="1"/>
          </p:cNvPicPr>
          <p:nvPr/>
        </p:nvPicPr>
        <p:blipFill>
          <a:blip r:embed="rId2"/>
          <a:stretch>
            <a:fillRect/>
          </a:stretch>
        </p:blipFill>
        <p:spPr>
          <a:xfrm>
            <a:off x="0" y="1076132"/>
            <a:ext cx="12192000" cy="5118479"/>
          </a:xfrm>
          <a:prstGeom prst="rect">
            <a:avLst/>
          </a:prstGeom>
        </p:spPr>
      </p:pic>
      <p:sp>
        <p:nvSpPr>
          <p:cNvPr id="4" name="Rectangle 3">
            <a:extLst>
              <a:ext uri="{FF2B5EF4-FFF2-40B4-BE49-F238E27FC236}">
                <a16:creationId xmlns:a16="http://schemas.microsoft.com/office/drawing/2014/main" id="{2A4BC2B3-E984-212E-2976-D3F60FFD3C4A}"/>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184890552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87C846F-2821-A946-0038-DAB72869F36B}"/>
              </a:ext>
            </a:extLst>
          </p:cNvPr>
          <p:cNvSpPr/>
          <p:nvPr/>
        </p:nvSpPr>
        <p:spPr>
          <a:xfrm>
            <a:off x="-71718" y="-72255"/>
            <a:ext cx="12505765" cy="7064726"/>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E5A0199F-9D18-28F8-B0A8-8827C07A9170}"/>
              </a:ext>
            </a:extLst>
          </p:cNvPr>
          <p:cNvPicPr>
            <a:picLocks noChangeAspect="1"/>
          </p:cNvPicPr>
          <p:nvPr/>
        </p:nvPicPr>
        <p:blipFill>
          <a:blip r:embed="rId2"/>
          <a:stretch>
            <a:fillRect/>
          </a:stretch>
        </p:blipFill>
        <p:spPr>
          <a:xfrm>
            <a:off x="-1" y="817825"/>
            <a:ext cx="12434047" cy="5326028"/>
          </a:xfrm>
          <a:prstGeom prst="rect">
            <a:avLst/>
          </a:prstGeom>
        </p:spPr>
      </p:pic>
      <p:sp>
        <p:nvSpPr>
          <p:cNvPr id="3" name="Rectangle 2">
            <a:extLst>
              <a:ext uri="{FF2B5EF4-FFF2-40B4-BE49-F238E27FC236}">
                <a16:creationId xmlns:a16="http://schemas.microsoft.com/office/drawing/2014/main" id="{92E6DB7E-B33E-3552-79DA-BD675E0188EA}"/>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297431769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87C846F-2821-A946-0038-DAB72869F36B}"/>
              </a:ext>
            </a:extLst>
          </p:cNvPr>
          <p:cNvSpPr/>
          <p:nvPr/>
        </p:nvSpPr>
        <p:spPr>
          <a:xfrm>
            <a:off x="-71718" y="-27432"/>
            <a:ext cx="12505765" cy="7064726"/>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itle 8">
            <a:extLst>
              <a:ext uri="{FF2B5EF4-FFF2-40B4-BE49-F238E27FC236}">
                <a16:creationId xmlns:a16="http://schemas.microsoft.com/office/drawing/2014/main" id="{4D559309-8C92-3EAE-4D61-8673585BFA6E}"/>
              </a:ext>
            </a:extLst>
          </p:cNvPr>
          <p:cNvSpPr>
            <a:spLocks noGrp="1"/>
          </p:cNvSpPr>
          <p:nvPr>
            <p:ph type="title"/>
          </p:nvPr>
        </p:nvSpPr>
        <p:spPr/>
        <p:txBody>
          <a:bodyPr/>
          <a:lstStyle/>
          <a:p>
            <a:endParaRPr lang="en-IN" dirty="0"/>
          </a:p>
        </p:txBody>
      </p:sp>
      <p:pic>
        <p:nvPicPr>
          <p:cNvPr id="6" name="Picture 5">
            <a:extLst>
              <a:ext uri="{FF2B5EF4-FFF2-40B4-BE49-F238E27FC236}">
                <a16:creationId xmlns:a16="http://schemas.microsoft.com/office/drawing/2014/main" id="{FFFB4C36-014A-4F28-111F-13BE19879E82}"/>
              </a:ext>
            </a:extLst>
          </p:cNvPr>
          <p:cNvPicPr>
            <a:picLocks noChangeAspect="1"/>
          </p:cNvPicPr>
          <p:nvPr/>
        </p:nvPicPr>
        <p:blipFill>
          <a:blip r:embed="rId2"/>
          <a:stretch>
            <a:fillRect/>
          </a:stretch>
        </p:blipFill>
        <p:spPr>
          <a:xfrm>
            <a:off x="514350" y="842122"/>
            <a:ext cx="11444568" cy="5399902"/>
          </a:xfrm>
          <a:prstGeom prst="rect">
            <a:avLst/>
          </a:prstGeom>
        </p:spPr>
      </p:pic>
      <p:sp>
        <p:nvSpPr>
          <p:cNvPr id="3" name="Rectangle 2">
            <a:extLst>
              <a:ext uri="{FF2B5EF4-FFF2-40B4-BE49-F238E27FC236}">
                <a16:creationId xmlns:a16="http://schemas.microsoft.com/office/drawing/2014/main" id="{103CF22D-F609-C084-B528-6EEAC7A2722F}"/>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3908669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26F910-5603-E48A-D47F-896AC0181A76}"/>
              </a:ext>
            </a:extLst>
          </p:cNvPr>
          <p:cNvSpPr/>
          <p:nvPr/>
        </p:nvSpPr>
        <p:spPr>
          <a:xfrm>
            <a:off x="0" y="0"/>
            <a:ext cx="12192000" cy="6858000"/>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FDB459F1-02D6-C734-252F-A8565E614D72}"/>
              </a:ext>
            </a:extLst>
          </p:cNvPr>
          <p:cNvSpPr txBox="1"/>
          <p:nvPr/>
        </p:nvSpPr>
        <p:spPr>
          <a:xfrm>
            <a:off x="3639672" y="2823883"/>
            <a:ext cx="8964704" cy="923330"/>
          </a:xfrm>
          <a:prstGeom prst="rect">
            <a:avLst/>
          </a:prstGeom>
          <a:noFill/>
        </p:spPr>
        <p:txBody>
          <a:bodyPr wrap="square" rtlCol="0">
            <a:spAutoFit/>
          </a:bodyPr>
          <a:lstStyle/>
          <a:p>
            <a:r>
              <a:rPr lang="en-US" sz="5400" b="1" dirty="0">
                <a:solidFill>
                  <a:schemeClr val="accent5">
                    <a:lumMod val="75000"/>
                  </a:schemeClr>
                </a:solidFill>
              </a:rPr>
              <a:t>Price Optimization</a:t>
            </a:r>
            <a:endParaRPr lang="en-IN" sz="5400" b="1" dirty="0">
              <a:solidFill>
                <a:schemeClr val="accent5">
                  <a:lumMod val="75000"/>
                </a:schemeClr>
              </a:solidFill>
            </a:endParaRPr>
          </a:p>
        </p:txBody>
      </p:sp>
      <p:sp>
        <p:nvSpPr>
          <p:cNvPr id="4" name="Rectangle 3">
            <a:extLst>
              <a:ext uri="{FF2B5EF4-FFF2-40B4-BE49-F238E27FC236}">
                <a16:creationId xmlns:a16="http://schemas.microsoft.com/office/drawing/2014/main" id="{A21DA090-A03B-CD8E-1F7F-645D894EF9BC}"/>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307641215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87C846F-2821-A946-0038-DAB72869F36B}"/>
              </a:ext>
            </a:extLst>
          </p:cNvPr>
          <p:cNvSpPr/>
          <p:nvPr/>
        </p:nvSpPr>
        <p:spPr>
          <a:xfrm>
            <a:off x="-71718" y="-27432"/>
            <a:ext cx="12505765" cy="7064726"/>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EB21B4C8-3CC1-EDF7-E9F4-A27328F03DA1}"/>
              </a:ext>
            </a:extLst>
          </p:cNvPr>
          <p:cNvPicPr>
            <a:picLocks noChangeAspect="1"/>
          </p:cNvPicPr>
          <p:nvPr/>
        </p:nvPicPr>
        <p:blipFill>
          <a:blip r:embed="rId2"/>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B3AD2208-10B6-D845-11C9-70048CA09886}"/>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12579450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87C846F-2821-A946-0038-DAB72869F36B}"/>
              </a:ext>
            </a:extLst>
          </p:cNvPr>
          <p:cNvSpPr/>
          <p:nvPr/>
        </p:nvSpPr>
        <p:spPr>
          <a:xfrm>
            <a:off x="-71718" y="-27432"/>
            <a:ext cx="12505765" cy="7064726"/>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2265EA54-60B4-96E6-4EFB-DBAA7EEB5548}"/>
              </a:ext>
            </a:extLst>
          </p:cNvPr>
          <p:cNvPicPr>
            <a:picLocks noChangeAspect="1"/>
          </p:cNvPicPr>
          <p:nvPr/>
        </p:nvPicPr>
        <p:blipFill>
          <a:blip r:embed="rId2"/>
          <a:stretch>
            <a:fillRect/>
          </a:stretch>
        </p:blipFill>
        <p:spPr>
          <a:xfrm>
            <a:off x="-71718" y="0"/>
            <a:ext cx="12559513" cy="7064726"/>
          </a:xfrm>
          <a:prstGeom prst="rect">
            <a:avLst/>
          </a:prstGeom>
        </p:spPr>
      </p:pic>
      <p:sp>
        <p:nvSpPr>
          <p:cNvPr id="6" name="Rectangle 5">
            <a:extLst>
              <a:ext uri="{FF2B5EF4-FFF2-40B4-BE49-F238E27FC236}">
                <a16:creationId xmlns:a16="http://schemas.microsoft.com/office/drawing/2014/main" id="{F354BFE9-FA44-47F9-369A-90B496B5A1AD}"/>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80722437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87C846F-2821-A946-0038-DAB72869F36B}"/>
              </a:ext>
            </a:extLst>
          </p:cNvPr>
          <p:cNvSpPr/>
          <p:nvPr/>
        </p:nvSpPr>
        <p:spPr>
          <a:xfrm>
            <a:off x="-71718" y="-27432"/>
            <a:ext cx="12505765" cy="7064726"/>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BAC1874E-6C99-898D-5F07-3A8242FA2470}"/>
              </a:ext>
            </a:extLst>
          </p:cNvPr>
          <p:cNvPicPr>
            <a:picLocks noChangeAspect="1"/>
          </p:cNvPicPr>
          <p:nvPr/>
        </p:nvPicPr>
        <p:blipFill>
          <a:blip r:embed="rId2"/>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CCBE390A-A1B0-5778-FA45-9BCA6CFB0FFD}"/>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134322412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87C846F-2821-A946-0038-DAB72869F36B}"/>
              </a:ext>
            </a:extLst>
          </p:cNvPr>
          <p:cNvSpPr/>
          <p:nvPr/>
        </p:nvSpPr>
        <p:spPr>
          <a:xfrm>
            <a:off x="-71718" y="-27432"/>
            <a:ext cx="12505765" cy="7064726"/>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0884A26B-F31C-3CD1-9669-325D3610FBC5}"/>
              </a:ext>
            </a:extLst>
          </p:cNvPr>
          <p:cNvPicPr>
            <a:picLocks noChangeAspect="1"/>
          </p:cNvPicPr>
          <p:nvPr/>
        </p:nvPicPr>
        <p:blipFill>
          <a:blip r:embed="rId2"/>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A7D1E5F4-D60D-BD5D-8170-17E63CB552A4}"/>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388075193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87C846F-2821-A946-0038-DAB72869F36B}"/>
              </a:ext>
            </a:extLst>
          </p:cNvPr>
          <p:cNvSpPr/>
          <p:nvPr/>
        </p:nvSpPr>
        <p:spPr>
          <a:xfrm>
            <a:off x="-71718" y="-27432"/>
            <a:ext cx="12505765" cy="7064726"/>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BA6D1A4E-F6C8-8F96-8A90-AE6B451236F6}"/>
              </a:ext>
            </a:extLst>
          </p:cNvPr>
          <p:cNvPicPr>
            <a:picLocks noChangeAspect="1"/>
          </p:cNvPicPr>
          <p:nvPr/>
        </p:nvPicPr>
        <p:blipFill>
          <a:blip r:embed="rId2"/>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7A9EBF3C-E268-39AB-0B35-57E000BA4D80}"/>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177164536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87C846F-2821-A946-0038-DAB72869F36B}"/>
              </a:ext>
            </a:extLst>
          </p:cNvPr>
          <p:cNvSpPr/>
          <p:nvPr/>
        </p:nvSpPr>
        <p:spPr>
          <a:xfrm>
            <a:off x="-71718" y="-27432"/>
            <a:ext cx="12505765" cy="7064726"/>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28B4ADC4-C1AD-9347-85E3-255698C52A6D}"/>
              </a:ext>
            </a:extLst>
          </p:cNvPr>
          <p:cNvPicPr>
            <a:picLocks noChangeAspect="1"/>
          </p:cNvPicPr>
          <p:nvPr/>
        </p:nvPicPr>
        <p:blipFill>
          <a:blip r:embed="rId2"/>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E3744CF8-86D4-FE2F-5E85-1FFC295F5FBC}"/>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190301784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87C846F-2821-A946-0038-DAB72869F36B}"/>
              </a:ext>
            </a:extLst>
          </p:cNvPr>
          <p:cNvSpPr/>
          <p:nvPr/>
        </p:nvSpPr>
        <p:spPr>
          <a:xfrm>
            <a:off x="-71718" y="-27432"/>
            <a:ext cx="12505765" cy="7064726"/>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077B457D-095D-C77A-B744-65193CFC37ED}"/>
              </a:ext>
            </a:extLst>
          </p:cNvPr>
          <p:cNvPicPr>
            <a:picLocks noChangeAspect="1"/>
          </p:cNvPicPr>
          <p:nvPr/>
        </p:nvPicPr>
        <p:blipFill>
          <a:blip r:embed="rId2"/>
          <a:stretch>
            <a:fillRect/>
          </a:stretch>
        </p:blipFill>
        <p:spPr>
          <a:xfrm>
            <a:off x="4034117" y="182500"/>
            <a:ext cx="3893077" cy="6561179"/>
          </a:xfrm>
          <a:prstGeom prst="rect">
            <a:avLst/>
          </a:prstGeom>
        </p:spPr>
      </p:pic>
      <p:sp>
        <p:nvSpPr>
          <p:cNvPr id="4" name="Rectangle 3">
            <a:extLst>
              <a:ext uri="{FF2B5EF4-FFF2-40B4-BE49-F238E27FC236}">
                <a16:creationId xmlns:a16="http://schemas.microsoft.com/office/drawing/2014/main" id="{865F9687-3DC5-AC81-8233-3442DCEAE13F}"/>
              </a:ext>
            </a:extLst>
          </p:cNvPr>
          <p:cNvSpPr/>
          <p:nvPr/>
        </p:nvSpPr>
        <p:spPr>
          <a:xfrm>
            <a:off x="9296400" y="0"/>
            <a:ext cx="3137647" cy="5334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accent2">
                    <a:lumMod val="75000"/>
                  </a:schemeClr>
                </a:solidFill>
              </a:rPr>
              <a:t>Amel</a:t>
            </a:r>
            <a:r>
              <a:rPr lang="en-US" dirty="0" smtClean="0">
                <a:solidFill>
                  <a:schemeClr val="accent2">
                    <a:lumMod val="75000"/>
                  </a:schemeClr>
                </a:solidFill>
              </a:rPr>
              <a:t> </a:t>
            </a:r>
            <a:r>
              <a:rPr lang="en-US" dirty="0" err="1" smtClean="0">
                <a:solidFill>
                  <a:schemeClr val="accent2">
                    <a:lumMod val="75000"/>
                  </a:schemeClr>
                </a:solidFill>
              </a:rPr>
              <a:t>charoline</a:t>
            </a:r>
            <a:r>
              <a:rPr lang="en-US" dirty="0" smtClean="0">
                <a:solidFill>
                  <a:schemeClr val="accent2">
                    <a:lumMod val="75000"/>
                  </a:schemeClr>
                </a:solidFill>
              </a:rPr>
              <a:t> &amp; Irene M</a:t>
            </a:r>
            <a:endParaRPr lang="en-US" dirty="0">
              <a:solidFill>
                <a:schemeClr val="accent2">
                  <a:lumMod val="75000"/>
                </a:schemeClr>
              </a:solidFill>
            </a:endParaRPr>
          </a:p>
        </p:txBody>
      </p:sp>
    </p:spTree>
    <p:extLst>
      <p:ext uri="{BB962C8B-B14F-4D97-AF65-F5344CB8AC3E}">
        <p14:creationId xmlns:p14="http://schemas.microsoft.com/office/powerpoint/2010/main" val="3440631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87C846F-2821-A946-0038-DAB72869F36B}"/>
              </a:ext>
            </a:extLst>
          </p:cNvPr>
          <p:cNvSpPr/>
          <p:nvPr/>
        </p:nvSpPr>
        <p:spPr>
          <a:xfrm>
            <a:off x="-71718" y="-27432"/>
            <a:ext cx="12505765" cy="7064726"/>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Graphic 3">
            <a:extLst>
              <a:ext uri="{FF2B5EF4-FFF2-40B4-BE49-F238E27FC236}">
                <a16:creationId xmlns:a16="http://schemas.microsoft.com/office/drawing/2014/main" id="{65F91813-5551-3F3F-DE2C-9C0BDB07FC79}"/>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2469328" y="0"/>
            <a:ext cx="7253344" cy="6858000"/>
          </a:xfrm>
          <a:prstGeom prst="rect">
            <a:avLst/>
          </a:prstGeom>
        </p:spPr>
      </p:pic>
      <p:sp>
        <p:nvSpPr>
          <p:cNvPr id="6" name="Rectangle 5">
            <a:extLst>
              <a:ext uri="{FF2B5EF4-FFF2-40B4-BE49-F238E27FC236}">
                <a16:creationId xmlns:a16="http://schemas.microsoft.com/office/drawing/2014/main" id="{9396AA8C-9257-7DEA-2BC1-9EB8770A7A21}"/>
              </a:ext>
            </a:extLst>
          </p:cNvPr>
          <p:cNvSpPr/>
          <p:nvPr/>
        </p:nvSpPr>
        <p:spPr>
          <a:xfrm>
            <a:off x="107576" y="98612"/>
            <a:ext cx="9036424" cy="672353"/>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i="0" dirty="0">
                <a:solidFill>
                  <a:srgbClr val="000000"/>
                </a:solidFill>
                <a:effectLst/>
                <a:latin typeface="Montserrat" panose="020B0604020202020204" pitchFamily="2" charset="0"/>
              </a:rPr>
              <a:t>AWS Managed Services </a:t>
            </a:r>
          </a:p>
        </p:txBody>
      </p:sp>
      <p:sp>
        <p:nvSpPr>
          <p:cNvPr id="3" name="Rectangle 2">
            <a:extLst>
              <a:ext uri="{FF2B5EF4-FFF2-40B4-BE49-F238E27FC236}">
                <a16:creationId xmlns:a16="http://schemas.microsoft.com/office/drawing/2014/main" id="{DBB5D0F0-853B-82AE-E359-8C50791D7CDC}"/>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965046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87C846F-2821-A946-0038-DAB72869F36B}"/>
              </a:ext>
            </a:extLst>
          </p:cNvPr>
          <p:cNvSpPr/>
          <p:nvPr/>
        </p:nvSpPr>
        <p:spPr>
          <a:xfrm>
            <a:off x="-71718" y="-27432"/>
            <a:ext cx="12505765" cy="7064726"/>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9396AA8C-9257-7DEA-2BC1-9EB8770A7A21}"/>
              </a:ext>
            </a:extLst>
          </p:cNvPr>
          <p:cNvSpPr/>
          <p:nvPr/>
        </p:nvSpPr>
        <p:spPr>
          <a:xfrm>
            <a:off x="107576" y="98612"/>
            <a:ext cx="9036424" cy="672353"/>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i="0" dirty="0">
                <a:solidFill>
                  <a:srgbClr val="000000"/>
                </a:solidFill>
                <a:effectLst/>
                <a:latin typeface="Montserrat" panose="020B0604020202020204" pitchFamily="2" charset="0"/>
              </a:rPr>
              <a:t>AWS Managed Services  Benefit</a:t>
            </a:r>
            <a:endParaRPr lang="en-IN" dirty="0"/>
          </a:p>
        </p:txBody>
      </p:sp>
      <p:pic>
        <p:nvPicPr>
          <p:cNvPr id="3" name="Picture 2">
            <a:extLst>
              <a:ext uri="{FF2B5EF4-FFF2-40B4-BE49-F238E27FC236}">
                <a16:creationId xmlns:a16="http://schemas.microsoft.com/office/drawing/2014/main" id="{780E7587-B474-C786-03F0-62F4BF2A049F}"/>
              </a:ext>
            </a:extLst>
          </p:cNvPr>
          <p:cNvPicPr>
            <a:picLocks noChangeAspect="1"/>
          </p:cNvPicPr>
          <p:nvPr/>
        </p:nvPicPr>
        <p:blipFill>
          <a:blip r:embed="rId2"/>
          <a:stretch>
            <a:fillRect/>
          </a:stretch>
        </p:blipFill>
        <p:spPr>
          <a:xfrm>
            <a:off x="1809750" y="701488"/>
            <a:ext cx="8572500" cy="6057900"/>
          </a:xfrm>
          <a:prstGeom prst="rect">
            <a:avLst/>
          </a:prstGeom>
        </p:spPr>
      </p:pic>
      <p:sp>
        <p:nvSpPr>
          <p:cNvPr id="4" name="Rectangle 3">
            <a:extLst>
              <a:ext uri="{FF2B5EF4-FFF2-40B4-BE49-F238E27FC236}">
                <a16:creationId xmlns:a16="http://schemas.microsoft.com/office/drawing/2014/main" id="{849B6AFB-4C06-C839-BD0F-D5B1AB3A65A0}"/>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3242776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30A5BFC-C134-C072-C14D-9E51A94C8E7E}"/>
              </a:ext>
            </a:extLst>
          </p:cNvPr>
          <p:cNvSpPr>
            <a:spLocks noGrp="1"/>
          </p:cNvSpPr>
          <p:nvPr>
            <p:ph type="title"/>
          </p:nvPr>
        </p:nvSpPr>
        <p:spPr/>
        <p:txBody>
          <a:bodyPr/>
          <a:lstStyle/>
          <a:p>
            <a:r>
              <a:rPr lang="en-US" dirty="0"/>
              <a:t>Development &amp; HOST </a:t>
            </a:r>
          </a:p>
        </p:txBody>
      </p:sp>
      <p:sp>
        <p:nvSpPr>
          <p:cNvPr id="374" name="Slide Number Placeholder 373">
            <a:extLst>
              <a:ext uri="{FF2B5EF4-FFF2-40B4-BE49-F238E27FC236}">
                <a16:creationId xmlns:a16="http://schemas.microsoft.com/office/drawing/2014/main" id="{049B2870-98EC-2977-8CE4-A7AA3009991A}"/>
              </a:ext>
            </a:extLst>
          </p:cNvPr>
          <p:cNvSpPr>
            <a:spLocks noGrp="1"/>
          </p:cNvSpPr>
          <p:nvPr>
            <p:ph type="sldNum" sz="quarter" idx="12"/>
          </p:nvPr>
        </p:nvSpPr>
        <p:spPr/>
        <p:txBody>
          <a:bodyPr/>
          <a:lstStyle/>
          <a:p>
            <a:fld id="{48F63A3B-78C7-47BE-AE5E-E10140E04643}" type="slidenum">
              <a:rPr lang="en-US" smtClean="0"/>
              <a:pPr/>
              <a:t>49</a:t>
            </a:fld>
            <a:endParaRPr lang="en-US" dirty="0"/>
          </a:p>
        </p:txBody>
      </p:sp>
      <p:sp>
        <p:nvSpPr>
          <p:cNvPr id="19" name="Text Placeholder 18">
            <a:extLst>
              <a:ext uri="{FF2B5EF4-FFF2-40B4-BE49-F238E27FC236}">
                <a16:creationId xmlns:a16="http://schemas.microsoft.com/office/drawing/2014/main" id="{270C77AB-7E91-84A6-3E62-DAB80E1E4481}"/>
              </a:ext>
            </a:extLst>
          </p:cNvPr>
          <p:cNvSpPr>
            <a:spLocks noGrp="1"/>
          </p:cNvSpPr>
          <p:nvPr>
            <p:ph type="body" idx="1"/>
          </p:nvPr>
        </p:nvSpPr>
        <p:spPr/>
        <p:txBody>
          <a:bodyPr/>
          <a:lstStyle/>
          <a:p>
            <a:pPr lvl="0"/>
            <a:r>
              <a:rPr lang="en-US" dirty="0"/>
              <a:t>Architecture&amp; ci-cd setup</a:t>
            </a:r>
          </a:p>
        </p:txBody>
      </p:sp>
      <p:pic>
        <p:nvPicPr>
          <p:cNvPr id="292" name="Picture Placeholder 291" descr="checklist icon">
            <a:extLst>
              <a:ext uri="{FF2B5EF4-FFF2-40B4-BE49-F238E27FC236}">
                <a16:creationId xmlns:a16="http://schemas.microsoft.com/office/drawing/2014/main" id="{8167DB44-EDED-0971-E35D-A5FA1E47C215}"/>
              </a:ext>
            </a:extLst>
          </p:cNvPr>
          <p:cNvPicPr>
            <a:picLocks noGrp="1" noChangeAspect="1"/>
          </p:cNvPicPr>
          <p:nvPr>
            <p:ph type="pic" sz="quarter" idx="23"/>
          </p:nvPr>
        </p:nvPicPr>
        <p:blipFill rotWithShape="1">
          <a:blip r:embed="rId2"/>
          <a:srcRect/>
          <a:stretch/>
        </p:blipFill>
        <p:spPr/>
      </p:pic>
      <p:sp>
        <p:nvSpPr>
          <p:cNvPr id="24" name="Text Placeholder 23">
            <a:extLst>
              <a:ext uri="{FF2B5EF4-FFF2-40B4-BE49-F238E27FC236}">
                <a16:creationId xmlns:a16="http://schemas.microsoft.com/office/drawing/2014/main" id="{A3BF8E55-B2B9-104D-F277-08902534735D}"/>
              </a:ext>
            </a:extLst>
          </p:cNvPr>
          <p:cNvSpPr>
            <a:spLocks noGrp="1"/>
          </p:cNvSpPr>
          <p:nvPr>
            <p:ph type="body" sz="quarter" idx="18"/>
          </p:nvPr>
        </p:nvSpPr>
        <p:spPr/>
        <p:txBody>
          <a:bodyPr/>
          <a:lstStyle/>
          <a:p>
            <a:pPr lvl="0"/>
            <a:r>
              <a:rPr lang="en-US" dirty="0"/>
              <a:t>First define the architecture of project may be monolithic or micro-service</a:t>
            </a:r>
          </a:p>
        </p:txBody>
      </p:sp>
      <p:sp>
        <p:nvSpPr>
          <p:cNvPr id="20" name="Text Placeholder 19">
            <a:extLst>
              <a:ext uri="{FF2B5EF4-FFF2-40B4-BE49-F238E27FC236}">
                <a16:creationId xmlns:a16="http://schemas.microsoft.com/office/drawing/2014/main" id="{15DD9AC8-4A5F-70DB-AA68-C461059D81A1}"/>
              </a:ext>
            </a:extLst>
          </p:cNvPr>
          <p:cNvSpPr>
            <a:spLocks noGrp="1"/>
          </p:cNvSpPr>
          <p:nvPr>
            <p:ph type="body" sz="quarter" idx="3"/>
          </p:nvPr>
        </p:nvSpPr>
        <p:spPr/>
        <p:txBody>
          <a:bodyPr/>
          <a:lstStyle/>
          <a:p>
            <a:r>
              <a:rPr lang="en-US" dirty="0"/>
              <a:t>Development</a:t>
            </a:r>
          </a:p>
          <a:p>
            <a:endParaRPr lang="en-US" dirty="0"/>
          </a:p>
        </p:txBody>
      </p:sp>
      <p:pic>
        <p:nvPicPr>
          <p:cNvPr id="290" name="Picture Placeholder 289" descr="person with loud speaker icon">
            <a:extLst>
              <a:ext uri="{FF2B5EF4-FFF2-40B4-BE49-F238E27FC236}">
                <a16:creationId xmlns:a16="http://schemas.microsoft.com/office/drawing/2014/main" id="{E63515FB-9439-CCAE-C220-6F0E5ECB75E8}"/>
              </a:ext>
            </a:extLst>
          </p:cNvPr>
          <p:cNvPicPr>
            <a:picLocks noGrp="1" noChangeAspect="1"/>
          </p:cNvPicPr>
          <p:nvPr>
            <p:ph type="pic" sz="quarter" idx="27"/>
          </p:nvPr>
        </p:nvPicPr>
        <p:blipFill rotWithShape="1">
          <a:blip r:embed="rId3"/>
          <a:srcRect t="113" b="113"/>
          <a:stretch/>
        </p:blipFill>
        <p:spPr/>
      </p:pic>
      <p:sp>
        <p:nvSpPr>
          <p:cNvPr id="25" name="Text Placeholder 24">
            <a:extLst>
              <a:ext uri="{FF2B5EF4-FFF2-40B4-BE49-F238E27FC236}">
                <a16:creationId xmlns:a16="http://schemas.microsoft.com/office/drawing/2014/main" id="{BCE9DA14-62AB-A857-6387-1F5D330B3F36}"/>
              </a:ext>
            </a:extLst>
          </p:cNvPr>
          <p:cNvSpPr>
            <a:spLocks noGrp="1"/>
          </p:cNvSpPr>
          <p:nvPr>
            <p:ph type="body" sz="quarter" idx="19"/>
          </p:nvPr>
        </p:nvSpPr>
        <p:spPr/>
        <p:txBody>
          <a:bodyPr/>
          <a:lstStyle/>
          <a:p>
            <a:pPr lvl="0"/>
            <a:r>
              <a:rPr lang="en-US" dirty="0"/>
              <a:t>Now choose any asynchronous framework and do development</a:t>
            </a:r>
          </a:p>
        </p:txBody>
      </p:sp>
      <p:sp>
        <p:nvSpPr>
          <p:cNvPr id="21" name="Text Placeholder 20">
            <a:extLst>
              <a:ext uri="{FF2B5EF4-FFF2-40B4-BE49-F238E27FC236}">
                <a16:creationId xmlns:a16="http://schemas.microsoft.com/office/drawing/2014/main" id="{A28A203B-0CF0-2AB0-5F54-07C8E3003918}"/>
              </a:ext>
            </a:extLst>
          </p:cNvPr>
          <p:cNvSpPr>
            <a:spLocks noGrp="1"/>
          </p:cNvSpPr>
          <p:nvPr>
            <p:ph type="body" sz="quarter" idx="13"/>
          </p:nvPr>
        </p:nvSpPr>
        <p:spPr/>
        <p:txBody>
          <a:bodyPr/>
          <a:lstStyle/>
          <a:p>
            <a:r>
              <a:rPr lang="en-US" dirty="0"/>
              <a:t>Testing</a:t>
            </a:r>
          </a:p>
          <a:p>
            <a:endParaRPr lang="en-US" dirty="0"/>
          </a:p>
        </p:txBody>
      </p:sp>
      <p:pic>
        <p:nvPicPr>
          <p:cNvPr id="288" name="Picture Placeholder 287" descr="blueprint icon">
            <a:extLst>
              <a:ext uri="{FF2B5EF4-FFF2-40B4-BE49-F238E27FC236}">
                <a16:creationId xmlns:a16="http://schemas.microsoft.com/office/drawing/2014/main" id="{A5707D4A-497A-679A-3ACA-721E8D0E2699}"/>
              </a:ext>
            </a:extLst>
          </p:cNvPr>
          <p:cNvPicPr>
            <a:picLocks noGrp="1" noChangeAspect="1"/>
          </p:cNvPicPr>
          <p:nvPr>
            <p:ph type="pic" sz="quarter" idx="26"/>
          </p:nvPr>
        </p:nvPicPr>
        <p:blipFill rotWithShape="1">
          <a:blip r:embed="rId4"/>
          <a:srcRect t="431" b="431"/>
          <a:stretch/>
        </p:blipFill>
        <p:spPr/>
      </p:pic>
      <p:sp>
        <p:nvSpPr>
          <p:cNvPr id="26" name="Text Placeholder 25">
            <a:extLst>
              <a:ext uri="{FF2B5EF4-FFF2-40B4-BE49-F238E27FC236}">
                <a16:creationId xmlns:a16="http://schemas.microsoft.com/office/drawing/2014/main" id="{710CB940-D45B-59F1-06E5-9CC94100EF05}"/>
              </a:ext>
            </a:extLst>
          </p:cNvPr>
          <p:cNvSpPr>
            <a:spLocks noGrp="1"/>
          </p:cNvSpPr>
          <p:nvPr>
            <p:ph type="body" sz="quarter" idx="20"/>
          </p:nvPr>
        </p:nvSpPr>
        <p:spPr/>
        <p:txBody>
          <a:bodyPr/>
          <a:lstStyle/>
          <a:p>
            <a:pPr lvl="0"/>
            <a:r>
              <a:rPr lang="en-US" dirty="0"/>
              <a:t>Now test on the local system and build the production file</a:t>
            </a:r>
          </a:p>
        </p:txBody>
      </p:sp>
      <p:sp>
        <p:nvSpPr>
          <p:cNvPr id="22" name="Text Placeholder 21">
            <a:extLst>
              <a:ext uri="{FF2B5EF4-FFF2-40B4-BE49-F238E27FC236}">
                <a16:creationId xmlns:a16="http://schemas.microsoft.com/office/drawing/2014/main" id="{05BC0115-F702-2E0A-61A4-4A6CE33FD775}"/>
              </a:ext>
            </a:extLst>
          </p:cNvPr>
          <p:cNvSpPr>
            <a:spLocks noGrp="1"/>
          </p:cNvSpPr>
          <p:nvPr>
            <p:ph type="body" sz="quarter" idx="15"/>
          </p:nvPr>
        </p:nvSpPr>
        <p:spPr/>
        <p:txBody>
          <a:bodyPr/>
          <a:lstStyle/>
          <a:p>
            <a:r>
              <a:rPr lang="en-US" dirty="0"/>
              <a:t>Git-hub</a:t>
            </a:r>
          </a:p>
          <a:p>
            <a:endParaRPr lang="en-US" dirty="0"/>
          </a:p>
        </p:txBody>
      </p:sp>
      <p:pic>
        <p:nvPicPr>
          <p:cNvPr id="270" name="Picture Placeholder 269" descr="target icon">
            <a:extLst>
              <a:ext uri="{FF2B5EF4-FFF2-40B4-BE49-F238E27FC236}">
                <a16:creationId xmlns:a16="http://schemas.microsoft.com/office/drawing/2014/main" id="{DE7A4D25-3CA5-F92A-988A-F913C367D593}"/>
              </a:ext>
            </a:extLst>
          </p:cNvPr>
          <p:cNvPicPr>
            <a:picLocks noGrp="1" noChangeAspect="1"/>
          </p:cNvPicPr>
          <p:nvPr>
            <p:ph type="pic" sz="quarter" idx="25"/>
          </p:nvPr>
        </p:nvPicPr>
        <p:blipFill rotWithShape="1">
          <a:blip r:embed="rId5"/>
          <a:srcRect t="113" b="113"/>
          <a:stretch/>
        </p:blipFill>
        <p:spPr/>
      </p:pic>
      <p:sp>
        <p:nvSpPr>
          <p:cNvPr id="27" name="Text Placeholder 26">
            <a:extLst>
              <a:ext uri="{FF2B5EF4-FFF2-40B4-BE49-F238E27FC236}">
                <a16:creationId xmlns:a16="http://schemas.microsoft.com/office/drawing/2014/main" id="{A0DA38E3-68A2-4FF9-022B-BA0DF832B1DB}"/>
              </a:ext>
            </a:extLst>
          </p:cNvPr>
          <p:cNvSpPr>
            <a:spLocks noGrp="1"/>
          </p:cNvSpPr>
          <p:nvPr>
            <p:ph type="body" sz="quarter" idx="21"/>
          </p:nvPr>
        </p:nvSpPr>
        <p:spPr/>
        <p:txBody>
          <a:bodyPr/>
          <a:lstStyle/>
          <a:p>
            <a:pPr lvl="0"/>
            <a:r>
              <a:rPr lang="en-US" dirty="0"/>
              <a:t>Now push development build file on the git repo </a:t>
            </a:r>
          </a:p>
        </p:txBody>
      </p:sp>
      <p:sp>
        <p:nvSpPr>
          <p:cNvPr id="23" name="Text Placeholder 22">
            <a:extLst>
              <a:ext uri="{FF2B5EF4-FFF2-40B4-BE49-F238E27FC236}">
                <a16:creationId xmlns:a16="http://schemas.microsoft.com/office/drawing/2014/main" id="{9D48D07F-2D5B-F0D5-4005-197607C4F197}"/>
              </a:ext>
            </a:extLst>
          </p:cNvPr>
          <p:cNvSpPr>
            <a:spLocks noGrp="1"/>
          </p:cNvSpPr>
          <p:nvPr>
            <p:ph type="body" sz="quarter" idx="17"/>
          </p:nvPr>
        </p:nvSpPr>
        <p:spPr/>
        <p:txBody>
          <a:bodyPr/>
          <a:lstStyle/>
          <a:p>
            <a:r>
              <a:rPr lang="en-US" dirty="0"/>
              <a:t>LAUNCH</a:t>
            </a:r>
          </a:p>
          <a:p>
            <a:endParaRPr lang="en-US" dirty="0"/>
          </a:p>
        </p:txBody>
      </p:sp>
      <p:pic>
        <p:nvPicPr>
          <p:cNvPr id="268" name="Picture Placeholder 267" descr="rocket icon">
            <a:extLst>
              <a:ext uri="{FF2B5EF4-FFF2-40B4-BE49-F238E27FC236}">
                <a16:creationId xmlns:a16="http://schemas.microsoft.com/office/drawing/2014/main" id="{1A522F41-60C1-3803-6132-18E154C0E328}"/>
              </a:ext>
            </a:extLst>
          </p:cNvPr>
          <p:cNvPicPr>
            <a:picLocks noGrp="1" noChangeAspect="1"/>
          </p:cNvPicPr>
          <p:nvPr>
            <p:ph type="pic" sz="quarter" idx="24"/>
          </p:nvPr>
        </p:nvPicPr>
        <p:blipFill rotWithShape="1">
          <a:blip r:embed="rId6"/>
          <a:srcRect t="543" b="543"/>
          <a:stretch/>
        </p:blipFill>
        <p:spPr/>
      </p:pic>
      <p:sp>
        <p:nvSpPr>
          <p:cNvPr id="28" name="Text Placeholder 27">
            <a:extLst>
              <a:ext uri="{FF2B5EF4-FFF2-40B4-BE49-F238E27FC236}">
                <a16:creationId xmlns:a16="http://schemas.microsoft.com/office/drawing/2014/main" id="{B72BD1AE-7290-BA6E-18FB-8181C0D13E7C}"/>
              </a:ext>
            </a:extLst>
          </p:cNvPr>
          <p:cNvSpPr>
            <a:spLocks noGrp="1"/>
          </p:cNvSpPr>
          <p:nvPr>
            <p:ph type="body" sz="quarter" idx="22"/>
          </p:nvPr>
        </p:nvSpPr>
        <p:spPr/>
        <p:txBody>
          <a:bodyPr/>
          <a:lstStyle/>
          <a:p>
            <a:pPr lvl="0"/>
            <a:r>
              <a:rPr lang="en-US" dirty="0"/>
              <a:t>From git-hub you can set direct AWS pipeline to deploy production server</a:t>
            </a:r>
          </a:p>
        </p:txBody>
      </p:sp>
      <p:sp>
        <p:nvSpPr>
          <p:cNvPr id="3" name="Rectangle 2">
            <a:extLst>
              <a:ext uri="{FF2B5EF4-FFF2-40B4-BE49-F238E27FC236}">
                <a16:creationId xmlns:a16="http://schemas.microsoft.com/office/drawing/2014/main" id="{84374DB2-D886-AC27-5480-BCBFDEFE6C18}"/>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148519134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87C846F-2821-A946-0038-DAB72869F36B}"/>
              </a:ext>
            </a:extLst>
          </p:cNvPr>
          <p:cNvSpPr/>
          <p:nvPr/>
        </p:nvSpPr>
        <p:spPr>
          <a:xfrm>
            <a:off x="-71718" y="-27432"/>
            <a:ext cx="12505765" cy="7064726"/>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9396AA8C-9257-7DEA-2BC1-9EB8770A7A21}"/>
              </a:ext>
            </a:extLst>
          </p:cNvPr>
          <p:cNvSpPr/>
          <p:nvPr/>
        </p:nvSpPr>
        <p:spPr>
          <a:xfrm>
            <a:off x="107576" y="98612"/>
            <a:ext cx="9036424" cy="672353"/>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dirty="0">
                <a:solidFill>
                  <a:schemeClr val="tx1">
                    <a:lumMod val="95000"/>
                    <a:lumOff val="5000"/>
                  </a:schemeClr>
                </a:solidFill>
              </a:rPr>
              <a:t>Application architecture</a:t>
            </a:r>
          </a:p>
        </p:txBody>
      </p:sp>
      <p:pic>
        <p:nvPicPr>
          <p:cNvPr id="8" name="Picture 7">
            <a:extLst>
              <a:ext uri="{FF2B5EF4-FFF2-40B4-BE49-F238E27FC236}">
                <a16:creationId xmlns:a16="http://schemas.microsoft.com/office/drawing/2014/main" id="{99666CB4-ABDD-249B-0F9B-F131301C50E9}"/>
              </a:ext>
            </a:extLst>
          </p:cNvPr>
          <p:cNvPicPr>
            <a:picLocks noChangeAspect="1"/>
          </p:cNvPicPr>
          <p:nvPr/>
        </p:nvPicPr>
        <p:blipFill>
          <a:blip r:embed="rId2"/>
          <a:stretch>
            <a:fillRect/>
          </a:stretch>
        </p:blipFill>
        <p:spPr>
          <a:xfrm>
            <a:off x="-71718" y="1636059"/>
            <a:ext cx="12192000" cy="3585882"/>
          </a:xfrm>
          <a:prstGeom prst="rect">
            <a:avLst/>
          </a:prstGeom>
        </p:spPr>
      </p:pic>
      <p:sp>
        <p:nvSpPr>
          <p:cNvPr id="3" name="Rectangle 2">
            <a:extLst>
              <a:ext uri="{FF2B5EF4-FFF2-40B4-BE49-F238E27FC236}">
                <a16:creationId xmlns:a16="http://schemas.microsoft.com/office/drawing/2014/main" id="{0B9A25AB-9BB1-22F7-851D-C7F4EC56B75F}"/>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1120791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87C846F-2821-A946-0038-DAB72869F36B}"/>
              </a:ext>
            </a:extLst>
          </p:cNvPr>
          <p:cNvSpPr/>
          <p:nvPr/>
        </p:nvSpPr>
        <p:spPr>
          <a:xfrm>
            <a:off x="-71718" y="-27432"/>
            <a:ext cx="12505765" cy="7064726"/>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9A8EFE23-6D67-BF88-DFE0-594FE1597C16}"/>
              </a:ext>
            </a:extLst>
          </p:cNvPr>
          <p:cNvPicPr>
            <a:picLocks noChangeAspect="1"/>
          </p:cNvPicPr>
          <p:nvPr/>
        </p:nvPicPr>
        <p:blipFill>
          <a:blip r:embed="rId2"/>
          <a:stretch>
            <a:fillRect/>
          </a:stretch>
        </p:blipFill>
        <p:spPr>
          <a:xfrm>
            <a:off x="224066" y="75931"/>
            <a:ext cx="11501820" cy="6858000"/>
          </a:xfrm>
          <a:prstGeom prst="rect">
            <a:avLst/>
          </a:prstGeom>
        </p:spPr>
      </p:pic>
      <p:sp>
        <p:nvSpPr>
          <p:cNvPr id="6" name="Rectangle 5">
            <a:extLst>
              <a:ext uri="{FF2B5EF4-FFF2-40B4-BE49-F238E27FC236}">
                <a16:creationId xmlns:a16="http://schemas.microsoft.com/office/drawing/2014/main" id="{9396AA8C-9257-7DEA-2BC1-9EB8770A7A21}"/>
              </a:ext>
            </a:extLst>
          </p:cNvPr>
          <p:cNvSpPr/>
          <p:nvPr/>
        </p:nvSpPr>
        <p:spPr>
          <a:xfrm>
            <a:off x="71717" y="75931"/>
            <a:ext cx="4007224" cy="775985"/>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0000"/>
                </a:solidFill>
                <a:latin typeface="Montserrat" panose="020B0604020202020204" pitchFamily="2" charset="0"/>
              </a:rPr>
              <a:t>Example</a:t>
            </a:r>
            <a:endParaRPr lang="en-IN" dirty="0"/>
          </a:p>
        </p:txBody>
      </p:sp>
      <p:sp>
        <p:nvSpPr>
          <p:cNvPr id="4" name="Rectangle 3">
            <a:extLst>
              <a:ext uri="{FF2B5EF4-FFF2-40B4-BE49-F238E27FC236}">
                <a16:creationId xmlns:a16="http://schemas.microsoft.com/office/drawing/2014/main" id="{BB5CA868-FE4D-9F55-70E4-B7FD95A3CACD}"/>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2655665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87C846F-2821-A946-0038-DAB72869F36B}"/>
              </a:ext>
            </a:extLst>
          </p:cNvPr>
          <p:cNvSpPr/>
          <p:nvPr/>
        </p:nvSpPr>
        <p:spPr>
          <a:xfrm>
            <a:off x="-71718" y="-27432"/>
            <a:ext cx="12505765" cy="7064726"/>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DF731968-DD02-377D-E7DE-696DCB2687E8}"/>
              </a:ext>
            </a:extLst>
          </p:cNvPr>
          <p:cNvPicPr>
            <a:picLocks noChangeAspect="1"/>
          </p:cNvPicPr>
          <p:nvPr/>
        </p:nvPicPr>
        <p:blipFill>
          <a:blip r:embed="rId2"/>
          <a:stretch>
            <a:fillRect/>
          </a:stretch>
        </p:blipFill>
        <p:spPr>
          <a:xfrm>
            <a:off x="-13448" y="82250"/>
            <a:ext cx="12389224" cy="6961363"/>
          </a:xfrm>
          <a:prstGeom prst="rect">
            <a:avLst/>
          </a:prstGeom>
        </p:spPr>
      </p:pic>
      <p:sp>
        <p:nvSpPr>
          <p:cNvPr id="6" name="Rectangle 5">
            <a:extLst>
              <a:ext uri="{FF2B5EF4-FFF2-40B4-BE49-F238E27FC236}">
                <a16:creationId xmlns:a16="http://schemas.microsoft.com/office/drawing/2014/main" id="{9396AA8C-9257-7DEA-2BC1-9EB8770A7A21}"/>
              </a:ext>
            </a:extLst>
          </p:cNvPr>
          <p:cNvSpPr/>
          <p:nvPr/>
        </p:nvSpPr>
        <p:spPr>
          <a:xfrm>
            <a:off x="-71718" y="-24924"/>
            <a:ext cx="4007224" cy="775985"/>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0000"/>
                </a:solidFill>
                <a:latin typeface="Montserrat" panose="020B0604020202020204" pitchFamily="2" charset="0"/>
              </a:rPr>
              <a:t>Example</a:t>
            </a:r>
            <a:endParaRPr lang="en-IN" dirty="0"/>
          </a:p>
        </p:txBody>
      </p:sp>
      <p:sp>
        <p:nvSpPr>
          <p:cNvPr id="3" name="Rectangle 2">
            <a:extLst>
              <a:ext uri="{FF2B5EF4-FFF2-40B4-BE49-F238E27FC236}">
                <a16:creationId xmlns:a16="http://schemas.microsoft.com/office/drawing/2014/main" id="{E8A64EAF-7D00-B877-E32D-9A03AEDBE263}"/>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1608061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87C846F-2821-A946-0038-DAB72869F36B}"/>
              </a:ext>
            </a:extLst>
          </p:cNvPr>
          <p:cNvSpPr/>
          <p:nvPr/>
        </p:nvSpPr>
        <p:spPr>
          <a:xfrm>
            <a:off x="-71718" y="-27432"/>
            <a:ext cx="12505765" cy="7064726"/>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CC7ACF78-5EF2-6975-9155-70DA2F7AC241}"/>
              </a:ext>
            </a:extLst>
          </p:cNvPr>
          <p:cNvPicPr>
            <a:picLocks noChangeAspect="1"/>
          </p:cNvPicPr>
          <p:nvPr/>
        </p:nvPicPr>
        <p:blipFill>
          <a:blip r:embed="rId2"/>
          <a:stretch>
            <a:fillRect/>
          </a:stretch>
        </p:blipFill>
        <p:spPr>
          <a:xfrm>
            <a:off x="687440" y="0"/>
            <a:ext cx="10817120" cy="7071114"/>
          </a:xfrm>
          <a:prstGeom prst="rect">
            <a:avLst/>
          </a:prstGeom>
        </p:spPr>
      </p:pic>
      <p:sp>
        <p:nvSpPr>
          <p:cNvPr id="4" name="Rectangle 3">
            <a:extLst>
              <a:ext uri="{FF2B5EF4-FFF2-40B4-BE49-F238E27FC236}">
                <a16:creationId xmlns:a16="http://schemas.microsoft.com/office/drawing/2014/main" id="{0DAB8026-71F8-7ED2-776B-F8EEA4B10329}"/>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3416478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87C846F-2821-A946-0038-DAB72869F36B}"/>
              </a:ext>
            </a:extLst>
          </p:cNvPr>
          <p:cNvSpPr/>
          <p:nvPr/>
        </p:nvSpPr>
        <p:spPr>
          <a:xfrm>
            <a:off x="-71718" y="-27432"/>
            <a:ext cx="12505765" cy="7064726"/>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29E94B97-6106-4F22-5827-8DD74FF75B76}"/>
              </a:ext>
            </a:extLst>
          </p:cNvPr>
          <p:cNvPicPr>
            <a:picLocks noChangeAspect="1"/>
          </p:cNvPicPr>
          <p:nvPr/>
        </p:nvPicPr>
        <p:blipFill>
          <a:blip r:embed="rId2"/>
          <a:stretch>
            <a:fillRect/>
          </a:stretch>
        </p:blipFill>
        <p:spPr>
          <a:xfrm>
            <a:off x="0" y="541421"/>
            <a:ext cx="12192000" cy="5775158"/>
          </a:xfrm>
          <a:prstGeom prst="rect">
            <a:avLst/>
          </a:prstGeom>
        </p:spPr>
      </p:pic>
      <p:sp>
        <p:nvSpPr>
          <p:cNvPr id="3" name="Rectangle 2">
            <a:extLst>
              <a:ext uri="{FF2B5EF4-FFF2-40B4-BE49-F238E27FC236}">
                <a16:creationId xmlns:a16="http://schemas.microsoft.com/office/drawing/2014/main" id="{E45EA428-4361-802F-C924-C576F8C4B769}"/>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264383196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87C846F-2821-A946-0038-DAB72869F36B}"/>
              </a:ext>
            </a:extLst>
          </p:cNvPr>
          <p:cNvSpPr/>
          <p:nvPr/>
        </p:nvSpPr>
        <p:spPr>
          <a:xfrm>
            <a:off x="-71718" y="-27432"/>
            <a:ext cx="12505765" cy="7064726"/>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9396AA8C-9257-7DEA-2BC1-9EB8770A7A21}"/>
              </a:ext>
            </a:extLst>
          </p:cNvPr>
          <p:cNvSpPr/>
          <p:nvPr/>
        </p:nvSpPr>
        <p:spPr>
          <a:xfrm>
            <a:off x="107576" y="98612"/>
            <a:ext cx="9036424" cy="672353"/>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0000"/>
                </a:solidFill>
                <a:latin typeface="Montserrat" panose="020B0604020202020204" pitchFamily="2" charset="0"/>
              </a:rPr>
              <a:t>Work Flow in DevOps</a:t>
            </a:r>
            <a:endParaRPr lang="en-IN" dirty="0"/>
          </a:p>
        </p:txBody>
      </p:sp>
      <p:pic>
        <p:nvPicPr>
          <p:cNvPr id="4" name="Picture 3">
            <a:extLst>
              <a:ext uri="{FF2B5EF4-FFF2-40B4-BE49-F238E27FC236}">
                <a16:creationId xmlns:a16="http://schemas.microsoft.com/office/drawing/2014/main" id="{DF437F07-4ECD-3E6B-7E42-A6119A8B45B4}"/>
              </a:ext>
            </a:extLst>
          </p:cNvPr>
          <p:cNvPicPr>
            <a:picLocks noChangeAspect="1"/>
          </p:cNvPicPr>
          <p:nvPr/>
        </p:nvPicPr>
        <p:blipFill>
          <a:blip r:embed="rId2"/>
          <a:stretch>
            <a:fillRect/>
          </a:stretch>
        </p:blipFill>
        <p:spPr>
          <a:xfrm>
            <a:off x="963706" y="770965"/>
            <a:ext cx="9941859" cy="6029194"/>
          </a:xfrm>
          <a:prstGeom prst="rect">
            <a:avLst/>
          </a:prstGeom>
        </p:spPr>
      </p:pic>
      <p:sp>
        <p:nvSpPr>
          <p:cNvPr id="3" name="Rectangle 2">
            <a:extLst>
              <a:ext uri="{FF2B5EF4-FFF2-40B4-BE49-F238E27FC236}">
                <a16:creationId xmlns:a16="http://schemas.microsoft.com/office/drawing/2014/main" id="{2CC0E855-33D8-B3B4-BDF0-0B28F3B7C581}"/>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205949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309B0-6209-D3D0-9D5E-308B9F6E7303}"/>
              </a:ext>
            </a:extLst>
          </p:cNvPr>
          <p:cNvSpPr>
            <a:spLocks noGrp="1"/>
          </p:cNvSpPr>
          <p:nvPr>
            <p:ph type="title"/>
          </p:nvPr>
        </p:nvSpPr>
        <p:spPr/>
        <p:txBody>
          <a:bodyPr/>
          <a:lstStyle/>
          <a:p>
            <a:r>
              <a:rPr lang="en-US" dirty="0"/>
              <a:t>Road map for </a:t>
            </a:r>
            <a:r>
              <a:rPr lang="en-US" dirty="0" err="1"/>
              <a:t>devops</a:t>
            </a:r>
            <a:r>
              <a:rPr lang="en-US" dirty="0"/>
              <a:t/>
            </a:r>
            <a:br>
              <a:rPr lang="en-US" dirty="0"/>
            </a:br>
            <a:endParaRPr lang="en-US" dirty="0"/>
          </a:p>
        </p:txBody>
      </p:sp>
      <p:sp>
        <p:nvSpPr>
          <p:cNvPr id="11" name="Text Placeholder 10">
            <a:extLst>
              <a:ext uri="{FF2B5EF4-FFF2-40B4-BE49-F238E27FC236}">
                <a16:creationId xmlns:a16="http://schemas.microsoft.com/office/drawing/2014/main" id="{A2C39DD0-CD86-2929-7808-58D17FC2C0A6}"/>
              </a:ext>
            </a:extLst>
          </p:cNvPr>
          <p:cNvSpPr>
            <a:spLocks noGrp="1"/>
          </p:cNvSpPr>
          <p:nvPr>
            <p:ph type="body" idx="1"/>
          </p:nvPr>
        </p:nvSpPr>
        <p:spPr/>
        <p:txBody>
          <a:bodyPr/>
          <a:lstStyle/>
          <a:p>
            <a:r>
              <a:rPr lang="en-US" dirty="0"/>
              <a:t>Medium level</a:t>
            </a:r>
          </a:p>
        </p:txBody>
      </p:sp>
      <p:sp>
        <p:nvSpPr>
          <p:cNvPr id="12" name="Content Placeholder 11">
            <a:extLst>
              <a:ext uri="{FF2B5EF4-FFF2-40B4-BE49-F238E27FC236}">
                <a16:creationId xmlns:a16="http://schemas.microsoft.com/office/drawing/2014/main" id="{CE3C1BFF-2275-1E7D-0604-E6F5CFEC01F6}"/>
              </a:ext>
            </a:extLst>
          </p:cNvPr>
          <p:cNvSpPr>
            <a:spLocks noGrp="1"/>
          </p:cNvSpPr>
          <p:nvPr>
            <p:ph sz="half" idx="2"/>
          </p:nvPr>
        </p:nvSpPr>
        <p:spPr/>
        <p:txBody>
          <a:bodyPr/>
          <a:lstStyle/>
          <a:p>
            <a:r>
              <a:rPr lang="en-US" dirty="0"/>
              <a:t>Linux</a:t>
            </a:r>
          </a:p>
          <a:p>
            <a:r>
              <a:rPr lang="en-US" dirty="0"/>
              <a:t>Networking</a:t>
            </a:r>
          </a:p>
          <a:p>
            <a:r>
              <a:rPr lang="en-US" dirty="0"/>
              <a:t>Security</a:t>
            </a:r>
          </a:p>
          <a:p>
            <a:r>
              <a:rPr lang="en-US" dirty="0"/>
              <a:t>CI/CD</a:t>
            </a:r>
          </a:p>
          <a:p>
            <a:r>
              <a:rPr lang="en-US" dirty="0"/>
              <a:t>AWS</a:t>
            </a:r>
          </a:p>
          <a:p>
            <a:r>
              <a:rPr lang="en-US" dirty="0"/>
              <a:t>Infrastructure as code</a:t>
            </a:r>
          </a:p>
          <a:p>
            <a:r>
              <a:rPr lang="en-US" dirty="0"/>
              <a:t>Programming</a:t>
            </a:r>
          </a:p>
          <a:p>
            <a:endParaRPr lang="en-US" dirty="0"/>
          </a:p>
          <a:p>
            <a:endParaRPr lang="en-US" dirty="0"/>
          </a:p>
        </p:txBody>
      </p:sp>
      <p:sp>
        <p:nvSpPr>
          <p:cNvPr id="13" name="Text Placeholder 12">
            <a:extLst>
              <a:ext uri="{FF2B5EF4-FFF2-40B4-BE49-F238E27FC236}">
                <a16:creationId xmlns:a16="http://schemas.microsoft.com/office/drawing/2014/main" id="{F618F075-837C-1005-19D6-8DC90759CD53}"/>
              </a:ext>
            </a:extLst>
          </p:cNvPr>
          <p:cNvSpPr>
            <a:spLocks noGrp="1"/>
          </p:cNvSpPr>
          <p:nvPr>
            <p:ph type="body" sz="quarter" idx="3"/>
          </p:nvPr>
        </p:nvSpPr>
        <p:spPr/>
        <p:txBody>
          <a:bodyPr/>
          <a:lstStyle/>
          <a:p>
            <a:r>
              <a:rPr lang="en-US" dirty="0"/>
              <a:t>Advance level</a:t>
            </a:r>
          </a:p>
        </p:txBody>
      </p:sp>
      <p:sp>
        <p:nvSpPr>
          <p:cNvPr id="14" name="Content Placeholder 13">
            <a:extLst>
              <a:ext uri="{FF2B5EF4-FFF2-40B4-BE49-F238E27FC236}">
                <a16:creationId xmlns:a16="http://schemas.microsoft.com/office/drawing/2014/main" id="{DD1D0BF9-FCAA-67DA-79AB-E6E7E6D2B6A1}"/>
              </a:ext>
            </a:extLst>
          </p:cNvPr>
          <p:cNvSpPr>
            <a:spLocks noGrp="1"/>
          </p:cNvSpPr>
          <p:nvPr>
            <p:ph sz="quarter" idx="4"/>
          </p:nvPr>
        </p:nvSpPr>
        <p:spPr/>
        <p:txBody>
          <a:bodyPr/>
          <a:lstStyle/>
          <a:p>
            <a:r>
              <a:rPr lang="en-US" dirty="0"/>
              <a:t>Containers</a:t>
            </a:r>
          </a:p>
          <a:p>
            <a:r>
              <a:rPr lang="en-US" dirty="0"/>
              <a:t>Kubernetes</a:t>
            </a:r>
          </a:p>
          <a:p>
            <a:endParaRPr lang="en-US" dirty="0"/>
          </a:p>
        </p:txBody>
      </p:sp>
      <p:sp>
        <p:nvSpPr>
          <p:cNvPr id="25" name="Slide Number Placeholder 24">
            <a:extLst>
              <a:ext uri="{FF2B5EF4-FFF2-40B4-BE49-F238E27FC236}">
                <a16:creationId xmlns:a16="http://schemas.microsoft.com/office/drawing/2014/main" id="{5058AE03-D409-0714-CCED-4548A9C92023}"/>
              </a:ext>
            </a:extLst>
          </p:cNvPr>
          <p:cNvSpPr>
            <a:spLocks noGrp="1"/>
          </p:cNvSpPr>
          <p:nvPr>
            <p:ph type="sldNum" sz="quarter" idx="12"/>
          </p:nvPr>
        </p:nvSpPr>
        <p:spPr/>
        <p:txBody>
          <a:bodyPr/>
          <a:lstStyle/>
          <a:p>
            <a:fld id="{48F63A3B-78C7-47BE-AE5E-E10140E04643}" type="slidenum">
              <a:rPr lang="en-US" smtClean="0"/>
              <a:t>56</a:t>
            </a:fld>
            <a:endParaRPr lang="en-US" dirty="0"/>
          </a:p>
        </p:txBody>
      </p:sp>
      <p:sp>
        <p:nvSpPr>
          <p:cNvPr id="4" name="Rectangle 3">
            <a:extLst>
              <a:ext uri="{FF2B5EF4-FFF2-40B4-BE49-F238E27FC236}">
                <a16:creationId xmlns:a16="http://schemas.microsoft.com/office/drawing/2014/main" id="{D0CD2256-4481-41C5-A180-53D9761B7A6A}"/>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Tree>
    <p:extLst>
      <p:ext uri="{BB962C8B-B14F-4D97-AF65-F5344CB8AC3E}">
        <p14:creationId xmlns:p14="http://schemas.microsoft.com/office/powerpoint/2010/main" val="25460444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AB426-5B7C-607E-D413-5D2C9495CC0A}"/>
              </a:ext>
            </a:extLst>
          </p:cNvPr>
          <p:cNvSpPr>
            <a:spLocks noGrp="1"/>
          </p:cNvSpPr>
          <p:nvPr>
            <p:ph type="ctrTitle"/>
          </p:nvPr>
        </p:nvSpPr>
        <p:spPr>
          <a:xfrm>
            <a:off x="1452282" y="1975104"/>
            <a:ext cx="4244430" cy="2623790"/>
          </a:xfrm>
        </p:spPr>
        <p:txBody>
          <a:bodyPr/>
          <a:lstStyle/>
          <a:p>
            <a:r>
              <a:rPr lang="en-US" dirty="0"/>
              <a:t>THANK YOU</a:t>
            </a:r>
            <a:br>
              <a:rPr lang="en-US" dirty="0"/>
            </a:br>
            <a:endParaRPr lang="en-US" dirty="0"/>
          </a:p>
        </p:txBody>
      </p:sp>
      <p:sp>
        <p:nvSpPr>
          <p:cNvPr id="7" name="Rectangle 6">
            <a:extLst>
              <a:ext uri="{FF2B5EF4-FFF2-40B4-BE49-F238E27FC236}">
                <a16:creationId xmlns:a16="http://schemas.microsoft.com/office/drawing/2014/main" id="{68F65BD1-32AA-3181-1C5C-53DBDE46CBB2}"/>
              </a:ext>
            </a:extLst>
          </p:cNvPr>
          <p:cNvSpPr/>
          <p:nvPr/>
        </p:nvSpPr>
        <p:spPr>
          <a:xfrm>
            <a:off x="448235" y="3765176"/>
            <a:ext cx="5522259" cy="1416423"/>
          </a:xfrm>
          <a:prstGeom prst="rect">
            <a:avLst/>
          </a:prstGeom>
          <a:solidFill>
            <a:srgbClr val="FDFAF6"/>
          </a:solidFill>
          <a:ln>
            <a:solidFill>
              <a:srgbClr val="FDFAF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IN" sz="2800" dirty="0" err="1" smtClean="0">
                <a:solidFill>
                  <a:schemeClr val="accent6">
                    <a:lumMod val="50000"/>
                  </a:schemeClr>
                </a:solidFill>
              </a:rPr>
              <a:t>Amel</a:t>
            </a:r>
            <a:r>
              <a:rPr lang="en-IN" sz="2800" dirty="0" smtClean="0">
                <a:solidFill>
                  <a:schemeClr val="accent6">
                    <a:lumMod val="50000"/>
                  </a:schemeClr>
                </a:solidFill>
              </a:rPr>
              <a:t> Online &amp; Irene </a:t>
            </a:r>
            <a:r>
              <a:rPr lang="en-IN" sz="2800" dirty="0" err="1" smtClean="0">
                <a:solidFill>
                  <a:schemeClr val="accent6">
                    <a:lumMod val="50000"/>
                  </a:schemeClr>
                </a:solidFill>
              </a:rPr>
              <a:t>magdalena</a:t>
            </a:r>
            <a:endParaRPr lang="en-IN" sz="2800" dirty="0">
              <a:solidFill>
                <a:schemeClr val="accent6">
                  <a:lumMod val="50000"/>
                </a:schemeClr>
              </a:solidFill>
            </a:endParaRPr>
          </a:p>
        </p:txBody>
      </p:sp>
      <p:sp>
        <p:nvSpPr>
          <p:cNvPr id="4" name="Rectangle 3">
            <a:extLst>
              <a:ext uri="{FF2B5EF4-FFF2-40B4-BE49-F238E27FC236}">
                <a16:creationId xmlns:a16="http://schemas.microsoft.com/office/drawing/2014/main" id="{6881EA26-4B72-7D8B-E260-D37DFC59B38C}"/>
              </a:ext>
            </a:extLst>
          </p:cNvPr>
          <p:cNvSpPr/>
          <p:nvPr/>
        </p:nvSpPr>
        <p:spPr>
          <a:xfrm>
            <a:off x="10174941" y="0"/>
            <a:ext cx="2017059" cy="1882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err="1" smtClean="0">
                <a:solidFill>
                  <a:schemeClr val="bg1"/>
                </a:solidFill>
              </a:rPr>
              <a:t>Amel</a:t>
            </a:r>
            <a:r>
              <a:rPr lang="en-US" dirty="0" smtClean="0">
                <a:solidFill>
                  <a:schemeClr val="bg1"/>
                </a:solidFill>
              </a:rPr>
              <a:t> </a:t>
            </a:r>
            <a:r>
              <a:rPr lang="en-US" dirty="0" err="1" smtClean="0">
                <a:solidFill>
                  <a:schemeClr val="bg1"/>
                </a:solidFill>
              </a:rPr>
              <a:t>charoline</a:t>
            </a:r>
            <a:r>
              <a:rPr lang="en-US" dirty="0" smtClean="0">
                <a:solidFill>
                  <a:schemeClr val="bg1"/>
                </a:solidFill>
              </a:rPr>
              <a:t> &amp; Irene M</a:t>
            </a:r>
            <a:endParaRPr lang="en-US" dirty="0"/>
          </a:p>
        </p:txBody>
      </p:sp>
      <p:sp>
        <p:nvSpPr>
          <p:cNvPr id="5" name="Rectangle 4"/>
          <p:cNvSpPr/>
          <p:nvPr/>
        </p:nvSpPr>
        <p:spPr>
          <a:xfrm>
            <a:off x="9241690" y="5716454"/>
            <a:ext cx="2751752" cy="215444"/>
          </a:xfrm>
          <a:prstGeom prst="rect">
            <a:avLst/>
          </a:prstGeom>
        </p:spPr>
        <p:txBody>
          <a:bodyPr wrap="square">
            <a:spAutoFit/>
          </a:bodyPr>
          <a:lstStyle/>
          <a:p>
            <a:pPr algn="r"/>
            <a:r>
              <a:rPr lang="en-US" sz="800" dirty="0"/>
              <a:t>https://www.youtube.com/@AmelOline/videos</a:t>
            </a:r>
          </a:p>
        </p:txBody>
      </p:sp>
      <p:sp>
        <p:nvSpPr>
          <p:cNvPr id="6" name="Rectangle 5"/>
          <p:cNvSpPr/>
          <p:nvPr/>
        </p:nvSpPr>
        <p:spPr>
          <a:xfrm>
            <a:off x="10114085" y="5584717"/>
            <a:ext cx="1858842" cy="215444"/>
          </a:xfrm>
          <a:prstGeom prst="rect">
            <a:avLst/>
          </a:prstGeom>
        </p:spPr>
        <p:txBody>
          <a:bodyPr wrap="square">
            <a:spAutoFit/>
          </a:bodyPr>
          <a:lstStyle/>
          <a:p>
            <a:pPr algn="r"/>
            <a:r>
              <a:rPr lang="en-US" sz="800" dirty="0"/>
              <a:t>https://github.com/siagianp</a:t>
            </a:r>
          </a:p>
        </p:txBody>
      </p:sp>
      <p:sp>
        <p:nvSpPr>
          <p:cNvPr id="8" name="Rectangle 7"/>
          <p:cNvSpPr/>
          <p:nvPr/>
        </p:nvSpPr>
        <p:spPr>
          <a:xfrm>
            <a:off x="9246758" y="5867853"/>
            <a:ext cx="2747868" cy="215444"/>
          </a:xfrm>
          <a:prstGeom prst="rect">
            <a:avLst/>
          </a:prstGeom>
        </p:spPr>
        <p:txBody>
          <a:bodyPr wrap="none">
            <a:spAutoFit/>
          </a:bodyPr>
          <a:lstStyle/>
          <a:p>
            <a:pPr algn="r"/>
            <a:r>
              <a:rPr lang="en-US" sz="800" dirty="0"/>
              <a:t>https://github.com/amelcharolinesgn2/Cloud-Infrastructures</a:t>
            </a:r>
          </a:p>
        </p:txBody>
      </p:sp>
      <p:sp>
        <p:nvSpPr>
          <p:cNvPr id="9" name="Rectangle 8"/>
          <p:cNvSpPr/>
          <p:nvPr/>
        </p:nvSpPr>
        <p:spPr>
          <a:xfrm>
            <a:off x="8778681" y="6003237"/>
            <a:ext cx="3215945" cy="215444"/>
          </a:xfrm>
          <a:prstGeom prst="rect">
            <a:avLst/>
          </a:prstGeom>
        </p:spPr>
        <p:txBody>
          <a:bodyPr wrap="none">
            <a:spAutoFit/>
          </a:bodyPr>
          <a:lstStyle/>
          <a:p>
            <a:pPr algn="r"/>
            <a:r>
              <a:rPr lang="en-US" sz="800" dirty="0"/>
              <a:t>https://github.com/amelcharolinesgn2/ClouD-Infrastructure-SISKA-2025</a:t>
            </a:r>
          </a:p>
        </p:txBody>
      </p:sp>
      <p:sp>
        <p:nvSpPr>
          <p:cNvPr id="10" name="Rectangle 9"/>
          <p:cNvSpPr/>
          <p:nvPr/>
        </p:nvSpPr>
        <p:spPr>
          <a:xfrm>
            <a:off x="9241690" y="6110959"/>
            <a:ext cx="2751752" cy="215444"/>
          </a:xfrm>
          <a:prstGeom prst="rect">
            <a:avLst/>
          </a:prstGeom>
        </p:spPr>
        <p:txBody>
          <a:bodyPr wrap="square">
            <a:spAutoFit/>
          </a:bodyPr>
          <a:lstStyle/>
          <a:p>
            <a:pPr algn="r"/>
            <a:r>
              <a:rPr lang="en-US" sz="800" dirty="0"/>
              <a:t>https://</a:t>
            </a:r>
            <a:r>
              <a:rPr lang="en-US" sz="800" dirty="0" smtClean="0"/>
              <a:t>github.com/amelcharolinesgn2/CCNA1</a:t>
            </a:r>
            <a:endParaRPr lang="en-US" sz="800" dirty="0"/>
          </a:p>
        </p:txBody>
      </p:sp>
      <p:sp>
        <p:nvSpPr>
          <p:cNvPr id="11" name="Rectangle 10"/>
          <p:cNvSpPr/>
          <p:nvPr/>
        </p:nvSpPr>
        <p:spPr>
          <a:xfrm>
            <a:off x="9241690" y="6241384"/>
            <a:ext cx="2751752" cy="215444"/>
          </a:xfrm>
          <a:prstGeom prst="rect">
            <a:avLst/>
          </a:prstGeom>
        </p:spPr>
        <p:txBody>
          <a:bodyPr wrap="square">
            <a:spAutoFit/>
          </a:bodyPr>
          <a:lstStyle/>
          <a:p>
            <a:pPr algn="r"/>
            <a:r>
              <a:rPr lang="en-US" sz="800" dirty="0"/>
              <a:t>https://</a:t>
            </a:r>
            <a:r>
              <a:rPr lang="en-US" sz="800" dirty="0" smtClean="0"/>
              <a:t>github.com/amelcharolinesgn2/CCNA2</a:t>
            </a:r>
            <a:endParaRPr lang="en-US" sz="800" dirty="0"/>
          </a:p>
        </p:txBody>
      </p:sp>
      <p:sp>
        <p:nvSpPr>
          <p:cNvPr id="12" name="Rectangle 11"/>
          <p:cNvSpPr/>
          <p:nvPr/>
        </p:nvSpPr>
        <p:spPr>
          <a:xfrm>
            <a:off x="9241690" y="6339914"/>
            <a:ext cx="2751752" cy="215444"/>
          </a:xfrm>
          <a:prstGeom prst="rect">
            <a:avLst/>
          </a:prstGeom>
        </p:spPr>
        <p:txBody>
          <a:bodyPr wrap="square">
            <a:spAutoFit/>
          </a:bodyPr>
          <a:lstStyle/>
          <a:p>
            <a:pPr algn="r"/>
            <a:r>
              <a:rPr lang="en-US" sz="800" dirty="0">
                <a:hlinkClick r:id="rId2"/>
              </a:rPr>
              <a:t>https://</a:t>
            </a:r>
            <a:r>
              <a:rPr lang="en-US" sz="800" dirty="0" smtClean="0">
                <a:hlinkClick r:id="rId2"/>
              </a:rPr>
              <a:t>github.com/amelcharolinesgn2/AWS</a:t>
            </a:r>
            <a:r>
              <a:rPr lang="en-US" sz="800" dirty="0" smtClean="0"/>
              <a:t> Certificate</a:t>
            </a:r>
            <a:endParaRPr lang="en-US" sz="800" dirty="0"/>
          </a:p>
        </p:txBody>
      </p:sp>
    </p:spTree>
    <p:extLst>
      <p:ext uri="{BB962C8B-B14F-4D97-AF65-F5344CB8AC3E}">
        <p14:creationId xmlns:p14="http://schemas.microsoft.com/office/powerpoint/2010/main" val="46329371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4009</TotalTime>
  <Words>882</Words>
  <Application>Microsoft Office PowerPoint</Application>
  <PresentationFormat>Widescreen</PresentationFormat>
  <Paragraphs>209</Paragraphs>
  <Slides>57</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57</vt:i4>
      </vt:variant>
    </vt:vector>
  </HeadingPairs>
  <TitlesOfParts>
    <vt:vector size="67" baseType="lpstr">
      <vt:lpstr>맑은 고딕</vt:lpstr>
      <vt:lpstr>Arial</vt:lpstr>
      <vt:lpstr>Arial Black</vt:lpstr>
      <vt:lpstr>Calibri</vt:lpstr>
      <vt:lpstr>Calibri Light</vt:lpstr>
      <vt:lpstr>Montserrat</vt:lpstr>
      <vt:lpstr>Sabon Next LT</vt:lpstr>
      <vt:lpstr>Söhne</vt:lpstr>
      <vt:lpstr>Trebuchet MS</vt:lpstr>
      <vt:lpstr>Office Theme</vt:lpstr>
      <vt:lpstr>PowerPoint Presentation</vt:lpstr>
      <vt:lpstr>PowerPoint Presentation</vt:lpstr>
      <vt:lpstr>PowerPoint Presentation</vt:lpstr>
      <vt:lpstr>Introduction</vt:lpstr>
      <vt:lpstr>PowerPoint Presentation</vt:lpstr>
      <vt:lpstr>Ec2</vt:lpstr>
      <vt:lpstr>Ec2</vt:lpstr>
      <vt:lpstr>How to create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SECURITY GROUPS VISUAL VIEW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Development &amp; HOST </vt:lpstr>
      <vt:lpstr>PowerPoint Presentation</vt:lpstr>
      <vt:lpstr>PowerPoint Presentation</vt:lpstr>
      <vt:lpstr>PowerPoint Presentation</vt:lpstr>
      <vt:lpstr>PowerPoint Presentation</vt:lpstr>
      <vt:lpstr>PowerPoint Presentation</vt:lpstr>
      <vt:lpstr>PowerPoint Presentation</vt:lpstr>
      <vt:lpstr>Road map for devops </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pds</dc:creator>
  <cp:lastModifiedBy>PDS</cp:lastModifiedBy>
  <cp:revision>23</cp:revision>
  <dcterms:created xsi:type="dcterms:W3CDTF">2026-09-17T08:51:07Z</dcterms:created>
  <dcterms:modified xsi:type="dcterms:W3CDTF">2026-10-05T09:15:52Z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2025-01-30T00:00:00Z</vt:filetime>
  </property>
  <property fmtid="{D5CDD505-2E9C-101B-9397-08002B2CF9AE}" pid="4" name="Creator">
    <vt:lpwstr>Microsoft® PowerPoint® for Microsoft 365</vt:lpwstr>
  </property>
  <property fmtid="{D5CDD505-2E9C-101B-9397-08002B2CF9AE}" pid="5" name="LastSaved">
    <vt:filetime>2026-09-17T00:00:00Z</vt:filetime>
  </property>
  <property fmtid="{D5CDD505-2E9C-101B-9397-08002B2CF9AE}" pid="6" name="MSIP_Label_38b525e5-f3da-4501-8f1e-526b6769fc56_ActionId">
    <vt:lpwstr>c4e3852b-e0d6-4f4b-9dbc-a97da421e7d6</vt:lpwstr>
  </property>
  <property fmtid="{D5CDD505-2E9C-101B-9397-08002B2CF9AE}" pid="7" name="MSIP_Label_38b525e5-f3da-4501-8f1e-526b6769fc56_ContentBits">
    <vt:lpwstr>0</vt:lpwstr>
  </property>
  <property fmtid="{D5CDD505-2E9C-101B-9397-08002B2CF9AE}" pid="8" name="MSIP_Label_38b525e5-f3da-4501-8f1e-526b6769fc56_Enabled">
    <vt:lpwstr>true</vt:lpwstr>
  </property>
  <property fmtid="{D5CDD505-2E9C-101B-9397-08002B2CF9AE}" pid="9" name="MSIP_Label_38b525e5-f3da-4501-8f1e-526b6769fc56_Method">
    <vt:lpwstr>Standard</vt:lpwstr>
  </property>
  <property fmtid="{D5CDD505-2E9C-101B-9397-08002B2CF9AE}" pid="10" name="MSIP_Label_38b525e5-f3da-4501-8f1e-526b6769fc56_Name">
    <vt:lpwstr>defa4170-0d19-0005-0004-bc88714345d2</vt:lpwstr>
  </property>
  <property fmtid="{D5CDD505-2E9C-101B-9397-08002B2CF9AE}" pid="11" name="MSIP_Label_38b525e5-f3da-4501-8f1e-526b6769fc56_SetDate">
    <vt:lpwstr>2025-01-22T09:10:49Z</vt:lpwstr>
  </property>
  <property fmtid="{D5CDD505-2E9C-101B-9397-08002B2CF9AE}" pid="12" name="MSIP_Label_38b525e5-f3da-4501-8f1e-526b6769fc56_SiteId">
    <vt:lpwstr>db6e1183-4c65-405c-82ce-7cd53fa6e9dc</vt:lpwstr>
  </property>
  <property fmtid="{D5CDD505-2E9C-101B-9397-08002B2CF9AE}" pid="13" name="Producer">
    <vt:lpwstr>Microsoft® PowerPoint® for Microsoft 365</vt:lpwstr>
  </property>
</Properties>
</file>