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8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5143500" type="screen16x9"/>
  <p:notesSz cx="6858000" cy="9144000"/>
  <p:embeddedFontLst>
    <p:embeddedFont>
      <p:font typeface="Open Sans" panose="020B060402020202020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PT Sans Narrow" panose="020B0604020202020204" charset="0"/>
      <p:regular r:id="rId29"/>
      <p:bold r:id="rId30"/>
    </p:embeddedFont>
    <p:embeddedFont>
      <p:font typeface="맑은 고딕" panose="020B0503020000020004" pitchFamily="34" charset="-127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88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589a1b2fd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589a1b2fd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589a1b2f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589a1b2f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589a1b2f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589a1b2f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589a1b2f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589a1b2f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589a1b2fd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589a1b2fd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589a1b2f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589a1b2fd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589a1b2f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589a1b2fd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589a1b2fd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589a1b2fd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589a1b2f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589a1b2fd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589a1b2f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589a1b2f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589a1b2fd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589a1b2fd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589a1b2fd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2589a1b2fd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589a1b2fd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589a1b2fd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7950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53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0365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7511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846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0659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701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146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3913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3630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8759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332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57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Containerization: Application Deployment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21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995775" y="1822875"/>
            <a:ext cx="757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859" dirty="0"/>
              <a:t>Containerization: Application Deployment</a:t>
            </a:r>
            <a:endParaRPr sz="3859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comprehensive look at containerization technologies, benefits, and applications.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2109382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 smtClean="0"/>
              <a:t>Developer: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 smtClean="0"/>
              <a:t>Its works on my computer</a:t>
            </a:r>
            <a:endParaRPr dirty="0"/>
          </a:p>
        </p:txBody>
      </p:sp>
      <p:sp>
        <p:nvSpPr>
          <p:cNvPr id="5" name="Google Shape;73;p14"/>
          <p:cNvSpPr txBox="1">
            <a:spLocks/>
          </p:cNvSpPr>
          <p:nvPr/>
        </p:nvSpPr>
        <p:spPr>
          <a:xfrm>
            <a:off x="4748618" y="1120852"/>
            <a:ext cx="2109382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spcAft>
                <a:spcPts val="1200"/>
              </a:spcAft>
              <a:buFont typeface="Open Sans"/>
              <a:buNone/>
            </a:pPr>
            <a:r>
              <a:rPr lang="en-US" dirty="0" smtClean="0"/>
              <a:t>Product Manager:</a:t>
            </a:r>
          </a:p>
          <a:p>
            <a:pPr marL="0" indent="0">
              <a:spcAft>
                <a:spcPts val="1200"/>
              </a:spcAft>
              <a:buFont typeface="Open Sans"/>
              <a:buNone/>
            </a:pPr>
            <a:r>
              <a:rPr lang="en-US" dirty="0" smtClean="0"/>
              <a:t>Yes, but we are NOT </a:t>
            </a:r>
            <a:r>
              <a:rPr lang="en-US" dirty="0" err="1" smtClean="0"/>
              <a:t>goin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640" y="0"/>
            <a:ext cx="740072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261575" y="4367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Containerization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261575" y="1220325"/>
            <a:ext cx="6024000" cy="33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Containerization </a:t>
            </a:r>
            <a:r>
              <a:rPr lang="en-GB"/>
              <a:t>is a lightweight virtualization method where </a:t>
            </a:r>
            <a:r>
              <a:rPr lang="en-GB" b="1"/>
              <a:t>applications and their dependencies are packaged together</a:t>
            </a:r>
            <a:r>
              <a:rPr lang="en-GB"/>
              <a:t> into containers, ensuring consistency across environments.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Key Features: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Lightweight compared to virtual machines.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Portable and consistent.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Isolated environments for applications.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0675" y="1013400"/>
            <a:ext cx="3911700" cy="33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3" y="182350"/>
            <a:ext cx="8470074" cy="49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1811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Virtualization and Containerization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3">
            <a:alphaModFix/>
          </a:blip>
          <a:srcRect t="8650"/>
          <a:stretch/>
        </p:blipFill>
        <p:spPr>
          <a:xfrm>
            <a:off x="311700" y="888575"/>
            <a:ext cx="8520602" cy="416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How Containers Work</a:t>
            </a:r>
            <a:endParaRPr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152425"/>
            <a:ext cx="5748600" cy="34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Core Components:</a:t>
            </a:r>
            <a:endParaRPr b="1"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Container Engine: </a:t>
            </a:r>
            <a:r>
              <a:rPr lang="en-GB"/>
              <a:t>Manages and runs containers (e.g., Docker Engine).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Container Image:</a:t>
            </a:r>
            <a:r>
              <a:rPr lang="en-GB"/>
              <a:t> A lightweight, standalone executable package containing everything needed to run an application.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Orchestration Tools:</a:t>
            </a:r>
            <a:r>
              <a:rPr lang="en-GB"/>
              <a:t> Manage large-scale container deployments (e.g., Kubernetes).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Comparison with Virtual Machines:</a:t>
            </a:r>
            <a:endParaRPr b="1"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Containers </a:t>
            </a:r>
            <a:r>
              <a:rPr lang="en-GB" b="1"/>
              <a:t>share the host OS kernel</a:t>
            </a:r>
            <a:r>
              <a:rPr lang="en-GB"/>
              <a:t>, while VMs include a full OS.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Containers are faster and more efficient.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925" y="1304825"/>
            <a:ext cx="2990675" cy="305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of Containerization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0478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Portability:</a:t>
            </a:r>
            <a:r>
              <a:rPr lang="en-GB"/>
              <a:t> Consistent behavior across development, testing, and production environments.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Efficiency:</a:t>
            </a:r>
            <a:r>
              <a:rPr lang="en-GB"/>
              <a:t> Uses fewer resources than traditional VMs.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Scalability:</a:t>
            </a:r>
            <a:r>
              <a:rPr lang="en-GB"/>
              <a:t> Easy to scale applications horizontally.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Isolation: </a:t>
            </a:r>
            <a:r>
              <a:rPr lang="en-GB"/>
              <a:t>Secure and independent runtime environments.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Rapid Deployment:</a:t>
            </a:r>
            <a:r>
              <a:rPr lang="en-GB"/>
              <a:t> Faster builds, testing, and deployments.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6550" y="1203800"/>
            <a:ext cx="3767450" cy="336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Popular Containerization Tools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625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Docker: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Most widely used containerization platform.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Easy image creation and management.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Kubernetes: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Orchestrates containerized applications.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Manages scaling, networking, and distribution.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Podman: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Docker-compatible but daemonless.(No BGP)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Focuses on security.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0350" y="3611425"/>
            <a:ext cx="1884925" cy="125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775" y="2530525"/>
            <a:ext cx="1051025" cy="101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0747" y="1266325"/>
            <a:ext cx="1351529" cy="111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Real-World Use Cases</a:t>
            </a:r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Microservices Architecture: </a:t>
            </a:r>
            <a:r>
              <a:rPr lang="en-GB"/>
              <a:t>Breaking monolithic apps into smaller, manageable services.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CI/CD Pipelines:</a:t>
            </a:r>
            <a:r>
              <a:rPr lang="en-GB"/>
              <a:t> Containerized builds for consistency.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Hybrid Cloud Deployments:</a:t>
            </a:r>
            <a:r>
              <a:rPr lang="en-GB"/>
              <a:t> Seamlessly migrate workloads between cloud providers.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of Containerization</a:t>
            </a:r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Security Concerns:</a:t>
            </a:r>
            <a:r>
              <a:rPr lang="en-GB"/>
              <a:t> Vulnerabilities in shared host OS.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Learning Curve: </a:t>
            </a:r>
            <a:r>
              <a:rPr lang="en-GB"/>
              <a:t>Requires understanding of tools like Docker/Kubernetes.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Resource Management:</a:t>
            </a:r>
            <a:r>
              <a:rPr lang="en-GB"/>
              <a:t> Monitoring and limiting resource use.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Compatibility Issues:</a:t>
            </a:r>
            <a:r>
              <a:rPr lang="en-GB"/>
              <a:t> Legacy systems may not support containers.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of Containerization</a:t>
            </a:r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Emerging Tools:</a:t>
            </a:r>
            <a:r>
              <a:rPr lang="en-GB"/>
              <a:t> Alternatives like Podman, CRI-O.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Trends: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Serverless computing leveraging containers.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Edge computing with containerized apps.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Predictions</a:t>
            </a:r>
            <a:r>
              <a:rPr lang="en-GB"/>
              <a:t>: Greater adoption in IoT and AI workloads.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5;p19"/>
          <p:cNvSpPr txBox="1">
            <a:spLocks/>
          </p:cNvSpPr>
          <p:nvPr/>
        </p:nvSpPr>
        <p:spPr>
          <a:xfrm>
            <a:off x="1142973" y="1856207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400" dirty="0" smtClean="0">
                <a:solidFill>
                  <a:schemeClr val="accent2">
                    <a:lumMod val="75000"/>
                  </a:schemeClr>
                </a:solidFill>
              </a:rPr>
              <a:t>It Works on my Machine</a:t>
            </a:r>
            <a:endParaRPr lang="en-GB" sz="4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Recap of key points: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Lightweight and portable applications.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tools: Docker and Kubernetes.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Real-world applications in microservices and CI/CD.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40387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469</Words>
  <Application>Microsoft Office PowerPoint</Application>
  <PresentationFormat>On-screen Show (16:9)</PresentationFormat>
  <Paragraphs>85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Open Sans</vt:lpstr>
      <vt:lpstr>Calibri Light</vt:lpstr>
      <vt:lpstr>Calibri</vt:lpstr>
      <vt:lpstr>PT Sans Narrow</vt:lpstr>
      <vt:lpstr>맑은 고딕</vt:lpstr>
      <vt:lpstr>Arial</vt:lpstr>
      <vt:lpstr>Office Theme</vt:lpstr>
      <vt:lpstr>PowerPoint Presentation</vt:lpstr>
      <vt:lpstr>Containerization: Application Deployment</vt:lpstr>
      <vt:lpstr>PowerPoint Presentation</vt:lpstr>
      <vt:lpstr>PowerPoint Presentation</vt:lpstr>
      <vt:lpstr>Introduction to Containerization</vt:lpstr>
      <vt:lpstr>PowerPoint Presentation</vt:lpstr>
      <vt:lpstr>Virtualization and Containerization</vt:lpstr>
      <vt:lpstr>How Containers Work</vt:lpstr>
      <vt:lpstr>Benefits of Containerization</vt:lpstr>
      <vt:lpstr>Popular Containerization Tools</vt:lpstr>
      <vt:lpstr>Real-World Use Cases</vt:lpstr>
      <vt:lpstr>Challenges of Containerization</vt:lpstr>
      <vt:lpstr>Future of Containerization</vt:lpstr>
      <vt:lpstr>PowerPoint Presentation</vt:lpstr>
      <vt:lpstr>Summary 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2026-10-05T01:05:49Z</dcterms:modified>
</cp:coreProperties>
</file>