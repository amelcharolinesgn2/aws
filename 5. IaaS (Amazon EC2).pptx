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9144000" cy="5143500" type="screen16x9"/>
  <p:notesSz cx="6858000" cy="9144000"/>
  <p:embeddedFontLst>
    <p:embeddedFont>
      <p:font typeface="Open Sans" panose="020B0604020202020204" charset="0"/>
      <p:regular r:id="rId22"/>
      <p:bold r:id="rId23"/>
      <p:italic r:id="rId24"/>
      <p:boldItalic r:id="rId25"/>
    </p:embeddedFont>
    <p:embeddedFont>
      <p:font typeface="맑은 고딕" panose="020B0503020000020004" pitchFamily="34" charset="-127"/>
      <p:regular r:id="rId26"/>
      <p:bold r:id="rId27"/>
    </p:embeddedFont>
    <p:embeddedFont>
      <p:font typeface="PT Sans Narrow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53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dd0fd8004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dd0fd8004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dd0fd800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dd0fd8004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df515534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df515534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dd0fd800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dd0fd8004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dd0fd8004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dd0fd8004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dd0fd800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dd0fd8004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dd0fd8004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dd0fd8004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dd0fd8004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dd0fd8004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dd0fd8004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dd0fd8004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dd0fd8004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dd0fd8004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dd0fd8004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dd0fd8004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dd0fd800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dd0fd800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dd0fd8004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dd0fd8004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dd0fd8004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dd0fd8004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dd0fd8004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dd0fd8004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dd0fd8004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dd0fd8004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5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elcharolinesgn2/AWS" TargetMode="External"/><Relationship Id="rId2" Type="http://schemas.openxmlformats.org/officeDocument/2006/relationships/hyperlink" Target="https://www.linkedin.com/in/nand-kishore-ola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6" name="Google Shape;66;p13"/>
          <p:cNvSpPr txBox="1">
            <a:spLocks/>
          </p:cNvSpPr>
          <p:nvPr/>
        </p:nvSpPr>
        <p:spPr>
          <a:xfrm>
            <a:off x="1014657" y="3075967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IaaS (Amazon EC2)</a:t>
            </a:r>
          </a:p>
        </p:txBody>
      </p:sp>
    </p:spTree>
    <p:extLst>
      <p:ext uri="{BB962C8B-B14F-4D97-AF65-F5344CB8AC3E}">
        <p14:creationId xmlns:p14="http://schemas.microsoft.com/office/powerpoint/2010/main" val="107505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IaaS (Amazon EC2)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Unlocking Scalable Cloud Computing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Amazon EC2?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8014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Amazon Elastic Compute Cloud (EC2)</a:t>
            </a:r>
            <a:r>
              <a:rPr lang="en-GB"/>
              <a:t>: A web service offering scalable virtual servers.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Primary Goal</a:t>
            </a:r>
            <a:r>
              <a:rPr lang="en-GB"/>
              <a:t>: Simplify the process of provisioning and managing computing resources.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Key Capabilities</a:t>
            </a:r>
            <a:r>
              <a:rPr lang="en-GB"/>
              <a:t>: Flexibility, scalability, and cost-effectiveness for deploying applications.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 l="29569" r="30161" b="7183"/>
          <a:stretch/>
        </p:blipFill>
        <p:spPr>
          <a:xfrm>
            <a:off x="6560125" y="1349999"/>
            <a:ext cx="2079601" cy="22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EC2 Architecture Overview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5488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Regions and Availability Zones</a:t>
            </a:r>
            <a:r>
              <a:rPr lang="en-GB"/>
              <a:t>: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Regions</a:t>
            </a:r>
            <a:r>
              <a:rPr lang="en-GB"/>
              <a:t>: Geographically separate areas (e.g., US-East-1, AP-South-1).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Availability Zones (AZs)</a:t>
            </a:r>
            <a:r>
              <a:rPr lang="en-GB"/>
              <a:t>: Isolated data centers within regions for fault tolerance.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2. </a:t>
            </a:r>
            <a:r>
              <a:rPr lang="en-GB" b="1"/>
              <a:t>Virtual Machines (Instances)</a:t>
            </a:r>
            <a:r>
              <a:rPr lang="en-GB"/>
              <a:t>: EC2 provides virtualized servers.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3</a:t>
            </a:r>
            <a:r>
              <a:rPr lang="en-GB" b="1"/>
              <a:t>. Elastic Block Store (EBS)</a:t>
            </a:r>
            <a:r>
              <a:rPr lang="en-GB"/>
              <a:t>: Persistent storage for EC2 instances.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5449" y="1304825"/>
            <a:ext cx="3196151" cy="33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Regions vs Availability Zone vs Data </a:t>
            </a:r>
            <a:r>
              <a:rPr lang="en-GB" dirty="0" err="1"/>
              <a:t>Center</a:t>
            </a:r>
            <a:endParaRPr dirty="0"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50" y="974261"/>
            <a:ext cx="9144001" cy="4169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of Amazon EC2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461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Elasticity</a:t>
            </a:r>
            <a:r>
              <a:rPr lang="en-GB"/>
              <a:t>: Scale instances up/down based on workload.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Customizable Configurations</a:t>
            </a:r>
            <a:r>
              <a:rPr lang="en-GB"/>
              <a:t>: Wide selection of OS, instance types, and storage options.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Cost Management</a:t>
            </a:r>
            <a:r>
              <a:rPr lang="en-GB"/>
              <a:t>: Multiple pricing models to optimize expenses.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Networking</a:t>
            </a:r>
            <a:r>
              <a:rPr lang="en-GB"/>
              <a:t>: Secure, isolated environments via Virtual Private Cloud (VPC).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Integration</a:t>
            </a:r>
            <a:r>
              <a:rPr lang="en-GB"/>
              <a:t>: Works seamlessly with AWS services like S3, RDS, Lambda.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8675" y="1266325"/>
            <a:ext cx="3412926" cy="312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EC2 Instance Types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General Purpose</a:t>
            </a:r>
            <a:r>
              <a:rPr lang="en-GB"/>
              <a:t>: Balanced performance (e.g., t2.micro).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Compute Optimized</a:t>
            </a:r>
            <a:r>
              <a:rPr lang="en-GB"/>
              <a:t>: For compute-intensive workloads (e.g., c5.large).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Memory Optimized</a:t>
            </a:r>
            <a:r>
              <a:rPr lang="en-GB"/>
              <a:t>: For memory-intensive applications (e.g., r5.large).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Storage Optimized</a:t>
            </a:r>
            <a:r>
              <a:rPr lang="en-GB"/>
              <a:t>: For high-performance storage needs (e.g., i3.large).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Accelerated Computing</a:t>
            </a:r>
            <a:r>
              <a:rPr lang="en-GB"/>
              <a:t>: For GPU-based workloads (e.g., p3.large).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4"/>
            <a:ext cx="9144000" cy="4786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125" y="1081075"/>
            <a:ext cx="6366701" cy="36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Cases of EC2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Web Hosting:</a:t>
            </a:r>
            <a:r>
              <a:rPr lang="en-GB"/>
              <a:t> Host websites and applications.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Big Data Analytics:</a:t>
            </a:r>
            <a:r>
              <a:rPr lang="en-GB"/>
              <a:t> Analyze large datasets efficiently.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Machine Learning:</a:t>
            </a:r>
            <a:r>
              <a:rPr lang="en-GB"/>
              <a:t> Train and deploy ML models.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Gaming:</a:t>
            </a:r>
            <a:r>
              <a:rPr lang="en-GB"/>
              <a:t> Power online multiplayer games.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DevOps</a:t>
            </a:r>
            <a:r>
              <a:rPr lang="en-GB"/>
              <a:t>: Test and deploy code in scalable environments.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EC2 Pricing Models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On-Demand Instances</a:t>
            </a:r>
            <a:r>
              <a:rPr lang="en-GB"/>
              <a:t>: Pay for compute capacity per hour or second.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Reserved Instances</a:t>
            </a:r>
            <a:r>
              <a:rPr lang="en-GB"/>
              <a:t>: Commit for 1-3 years for up to 75% savings.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Spot Instances</a:t>
            </a:r>
            <a:r>
              <a:rPr lang="en-GB"/>
              <a:t>: Use unused EC2 capacity at steep discounts.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Savings Plans</a:t>
            </a:r>
            <a:r>
              <a:rPr lang="en-GB"/>
              <a:t>: Flexible pricing plan for long-term savings.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Dedicated Hosts</a:t>
            </a:r>
            <a:r>
              <a:rPr lang="en-GB"/>
              <a:t>: Dedicated physical servers for compliance requirements.</a:t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Features of EC2</a:t>
            </a: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IAM Integration: </a:t>
            </a:r>
            <a:r>
              <a:rPr lang="en-GB"/>
              <a:t>Fine-grained access control.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Security Groups: </a:t>
            </a:r>
            <a:r>
              <a:rPr lang="en-GB"/>
              <a:t>Virtual firewalls to control instance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Key Pairs: </a:t>
            </a:r>
            <a:r>
              <a:rPr lang="en-GB"/>
              <a:t>Encrypt connections via SSH.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VPC:</a:t>
            </a:r>
            <a:r>
              <a:rPr lang="en-GB"/>
              <a:t> Isolated networking environment.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Data Encryption:</a:t>
            </a:r>
            <a:r>
              <a:rPr lang="en-GB"/>
              <a:t> Encrypt data at rest (EBS, S3) and in transit (TLS).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Storage Options for EC2</a:t>
            </a:r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Elastic Block Store (EBS)</a:t>
            </a:r>
            <a:r>
              <a:rPr lang="en-GB"/>
              <a:t>: Persistent storage for single instances.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Instance Store</a:t>
            </a:r>
            <a:r>
              <a:rPr lang="en-GB"/>
              <a:t>: Temporary storage that persists only during instance lifecycle.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Elastic File System (EFS)</a:t>
            </a:r>
            <a:r>
              <a:rPr lang="en-GB"/>
              <a:t>: Scalable file storage for multiple instances.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S3 Integration</a:t>
            </a:r>
            <a:r>
              <a:rPr lang="en-GB"/>
              <a:t>: Object storage for backups and archives.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EC2 Auto Scaling</a:t>
            </a:r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Purpose</a:t>
            </a:r>
            <a:r>
              <a:rPr lang="en-GB"/>
              <a:t>: Automatically adjust compute resources to meet demand.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Benefits</a:t>
            </a:r>
            <a:r>
              <a:rPr lang="en-GB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Reduces costs by scaling down during low demand.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Ensures high availability during traffic spikes.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Components</a:t>
            </a:r>
            <a:r>
              <a:rPr lang="en-GB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Scaling Groups</a:t>
            </a:r>
            <a:r>
              <a:rPr lang="en-GB"/>
              <a:t>: Define instance pools.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Scaling Policies</a:t>
            </a:r>
            <a:r>
              <a:rPr lang="en-GB"/>
              <a:t>: Rules for scaling up/down.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Amazon EC2 and Networking</a:t>
            </a:r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Elastic IP Addresses</a:t>
            </a:r>
            <a:r>
              <a:rPr lang="en-GB"/>
              <a:t>: Static IP addresses for EC2 instances.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Load Balancers</a:t>
            </a:r>
            <a:r>
              <a:rPr lang="en-GB"/>
              <a:t>: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Application Load Balancer (ALB): For HTTP/HTTPS traffic.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Network Load Balancer (NLB): For TCP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VPC Peering</a:t>
            </a:r>
            <a:r>
              <a:rPr lang="en-GB"/>
              <a:t>: Connect multiple VPCs for seamless communication.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Started with EC2</a:t>
            </a:r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Log in to the AWS Management Console.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Launch an instance: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Choose AMI (e.g., Ubuntu, Windows Server).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Select instance type (e.g., t2.micro).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Configure storage and networking.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Connect to the instance using SSH or RDP.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of EC2</a:t>
            </a:r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Flexibility to choose from various configurations.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Global scalability with low latency.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Integration with other AWS services (e.g., S3, RDS).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Cost-effectiveness with multiple pricing models.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70" name="Google Shape;170;p2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Amazon EC2 provides scalable, flexible, and cost-effective compute power.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Suitable for diverse use cases, from startups to large enterprises.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to leveraging cloud computing benefits in modern applications.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Nand Kishore Ola</a:t>
            </a:r>
            <a:r>
              <a:rPr lang="en-US" sz="1050" dirty="0"/>
              <a:t>​</a:t>
            </a:r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3"/>
              </a:rPr>
              <a:t>https://</a:t>
            </a:r>
            <a:r>
              <a:rPr lang="en-US" sz="600" dirty="0">
                <a:hlinkClick r:id="rId3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13157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3884</TotalTime>
  <Words>753</Words>
  <Application>Microsoft Office PowerPoint</Application>
  <PresentationFormat>On-screen Show (16:9)</PresentationFormat>
  <Paragraphs>105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Open Sans</vt:lpstr>
      <vt:lpstr>맑은 고딕</vt:lpstr>
      <vt:lpstr>PT Sans Narrow</vt:lpstr>
      <vt:lpstr>Arial</vt:lpstr>
      <vt:lpstr>Tropic</vt:lpstr>
      <vt:lpstr>PowerPoint Presentation</vt:lpstr>
      <vt:lpstr>IaaS (Amazon EC2)</vt:lpstr>
      <vt:lpstr>What is Amazon EC2?</vt:lpstr>
      <vt:lpstr>EC2 Architecture Overview</vt:lpstr>
      <vt:lpstr>Regions vs Availability Zone vs Data Center</vt:lpstr>
      <vt:lpstr>Key Features of Amazon EC2  </vt:lpstr>
      <vt:lpstr>EC2 Instance Types </vt:lpstr>
      <vt:lpstr>PowerPoint Presentation</vt:lpstr>
      <vt:lpstr>PowerPoint Presentation</vt:lpstr>
      <vt:lpstr>Use Cases of EC2</vt:lpstr>
      <vt:lpstr>EC2 Pricing Models</vt:lpstr>
      <vt:lpstr>Security Features of EC2</vt:lpstr>
      <vt:lpstr>Storage Options for EC2</vt:lpstr>
      <vt:lpstr>EC2 Auto Scaling</vt:lpstr>
      <vt:lpstr>Amazon EC2 and Networking</vt:lpstr>
      <vt:lpstr>Getting Started with EC2</vt:lpstr>
      <vt:lpstr>Advantages of EC2</vt:lpstr>
      <vt:lpstr>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3</cp:revision>
  <dcterms:modified xsi:type="dcterms:W3CDTF">2026-10-05T01:40:53Z</dcterms:modified>
</cp:coreProperties>
</file>