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8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5143500" type="screen16x9"/>
  <p:notesSz cx="6858000" cy="9144000"/>
  <p:embeddedFontLst>
    <p:embeddedFont>
      <p:font typeface="Open Sans" panose="020B0604020202020204" charset="0"/>
      <p:regular r:id="rId35"/>
      <p:bold r:id="rId36"/>
      <p:italic r:id="rId37"/>
      <p:boldItalic r:id="rId38"/>
    </p:embeddedFont>
    <p:embeddedFont>
      <p:font typeface="맑은 고딕" panose="020B0503020000020004" pitchFamily="34" charset="-127"/>
      <p:regular r:id="rId39"/>
      <p:bold r:id="rId40"/>
    </p:embeddedFont>
    <p:embeddedFont>
      <p:font typeface="PT Sans Narrow" panose="020B0604020202020204" charset="0"/>
      <p:regular r:id="rId41"/>
      <p:bold r:id="rId42"/>
    </p:embeddedFont>
    <p:embeddedFont>
      <p:font typeface="Inter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69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62650580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62650580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198816587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198816587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299cffe9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299cffe9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LIDES_API121360739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LIDES_API121360739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299cffe9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299cffe9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299cffe9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299cffe9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S_API140538253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S_API140538253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299cffe90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299cffe90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SLIDES_API25055789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SLIDES_API25055789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299cffe9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299cffe90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299cffe90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299cffe90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299cffe9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299cffe90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SLIDES_API171062245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SLIDES_API171062245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299cffe90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299cffe90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SLIDES_API109944827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SLIDES_API109944827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299cffe90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3299cffe90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SLIDES_API153696997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SLIDES_API153696997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299cffe9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299cffe9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299cffe90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299cffe90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299cffe9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299cffe9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SLIDES_API101735074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SLIDES_API101735074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3299cffe9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3299cffe9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SLIDES_API143357828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SLIDES_API143357828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3299cffe9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3299cffe9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SLIDES_API196186998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SLIDES_API196186998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299cffe90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3299cffe90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299cffe90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299cffe90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3299cffe90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3299cffe90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3299cffe90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3299cffe90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SLIDES_API40170718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SLIDES_API40170718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questions from your audience will appear when you get to this slide.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9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cmVzZW50YXRpb25JZCI6IjFTXzc2YzREaEZRalhoNlZPV1hZR3hvNlkxeU9hdEVDd3A3X2pSbkFGcFhVIiwic2xpZGVJZCI6IlNMSURFU19BUEk2MjY1MDU4MDZfMCIsInR5cGUiOiJTbGlkb0pvaW5pbmc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sli.do/features-google-slides?interaction-type=Sm9pbg%3D%3D" TargetMode="Externa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mRlMzIzZTcyLTA3MDgtNGM5YS05NWM2LWNmMDg3ZTk1ZWRjOCIsInByZXNlbnRhdGlvbklkIjoiMVNfNzZjNERoRlFqWGg2Vk9XWFlHeG82WTF5T2F0RUN3cDdfalJuQUZwWFUiLCJzbGlkZUlkIjoiU0xJREVTX0FQSTE5ODgxNjU4NzJfMCIsInRpbWVsaW5lIjpbeyJwb2xsUXVlc3Rpb25VdWlkIjoiZDUzYmQwNDUtOTBjNi00YzQ1LTljOTUtYzEyMDYxYTBmMWUzIiwic2hvd1Jlc3VsdHMiOmZhbHNlfSx7InBvbGxRdWVzdGlvblV1aWQiOiJkNTNiZDA0NS05MGM2LTRjNDUtOWM5NS1jMTIwNjFhMGYxZTMiLCJzaG93UmVzdWx0cyI6dHJ1ZX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ZTk0YjI3MzktZWE5Yy00MmZmLThhZmQtMDlkYzhhODlhMWFlIiwicG9sbFV1aWQiOiI5OWJlOTM5Ny1iZWJhLTRmMzUtYTE5NS05Y2QyNjY3ODVmNDUiLCJwcmVzZW50YXRpb25JZCI6IjFTXzc2YzREaEZRalhoNlZPV1hZR3hvNlkxeU9hdEVDd3A3X2pSbkFGcFhVIiwic2xpZGVJZCI6IlNMSURFU19BUEkxMjEzNjA3MzkxXzAiLCJ0aW1lbGluZSI6W3sic2NyZWVuIjoiUXVpekpvaW5pbmcifSx7InBvbGxRdWVzdGlvblV1aWQiOiJlOTRiMjczOS1lYTljLTQyZmYtOGFmZC0wOWRjOGE4OWExYWUiLCJzaG93Q29ycmVjdEFuc3dlcnMiOmZhbHNlLCJzaG93UmVzdWx0cyI6ZmFsc2UsInZvdGluZ0xvY2tlZCI6ZmFsc2V9LHsicG9sbFF1ZXN0aW9uVXVpZCI6ImU5NGIyNzM5LWVhOWMtNDJmZi04YWZkLTA5ZGM4YTg5YTFhZSIsInNob3dDb3JyZWN0QW5zd2VycyI6ZmFsc2UsInNob3dSZXN1bHRzIjp0cnVlLCJ2b3RpbmdMb2NrZWQiOnRydWV9LHsicG9sbFF1ZXN0aW9uVXVpZCI6ImU5NGIyNzM5LWVhOWMtNDJmZi04YWZkLTA5ZGM4YTg5YTFhZSIsInNob3dDb3JyZWN0QW5zd2VycyI6dHJ1ZSwic2hvd1Jlc3VsdHMiOnRydWUsInZvdGluZ0xvY2tlZCI6dHJ1ZX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MThiNjY0OGYtMGI2Zi00ZjZmLWFjN2EtN2QyNTMxNzBkZDBjIiwicG9sbFV1aWQiOiI5OWJlOTM5Ny1iZWJhLTRmMzUtYTE5NS05Y2QyNjY3ODVmNDUiLCJwcmVzZW50YXRpb25JZCI6IjFTXzc2YzREaEZRalhoNlZPV1hZR3hvNlkxeU9hdEVDd3A3X2pSbkFGcFhVIiwic2xpZGVJZCI6IlNMSURFU19BUEkxNDA1MzgyNTMxXzAiLCJ0aW1lbGluZSI6W3sic2NyZWVuIjoiUXVpekdldFJlYWR5In0seyJwb2xsUXVlc3Rpb25VdWlkIjoiMThiNjY0OGYtMGI2Zi00ZjZmLWFjN2EtN2QyNTMxNzBkZDBjIiwic2hvd0NvcnJlY3RBbnN3ZXJzIjpmYWxzZSwic2hvd1Jlc3VsdHMiOmZhbHNlLCJ2b3RpbmdMb2NrZWQiOmZhbHNlfSx7InBvbGxRdWVzdGlvblV1aWQiOiIxOGI2NjQ4Zi0wYjZmLTRmNmYtYWM3YS03ZDI1MzE3MGRkMGMiLCJzaG93Q29ycmVjdEFuc3dlcnMiOmZhbHNlLCJzaG93UmVzdWx0cyI6dHJ1ZSwidm90aW5nTG9ja2VkIjp0cnVlfSx7InBvbGxRdWVzdGlvblV1aWQiOiIxOGI2NjQ4Zi0wYjZmLTRmNmYtYWM3YS03ZDI1MzE3MGRkMGMiLCJzaG93Q29ycmVjdEFuc3dlcnMiOnRydWUsInNob3dSZXN1bHRzIjp0cnVlLCJ2b3RpbmdMb2NrZWQiOnRydWV9LHsicG9sbFF1ZXN0aW9uVXVpZCI6IjE4YjY2NDhmLTBiNmYtNGY2Zi1hYzdhLTdkMjUzMTcwZGQwYyIsInNjcmVlbiI6IlF1aXpJbnRlcmltTGVhZGVyYm9hcmQi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ZmE3NmUxNzQtMGRjNi00NzViLTg4MjItNDUxMTFkZWVhYjcyIiwicG9sbFV1aWQiOiI5OWJlOTM5Ny1iZWJhLTRmMzUtYTE5NS05Y2QyNjY3ODVmNDUiLCJwcmVzZW50YXRpb25JZCI6IjFTXzc2YzREaEZRalhoNlZPV1hZR3hvNlkxeU9hdEVDd3A3X2pSbkFGcFhVIiwic2xpZGVJZCI6IlNMSURFU19BUEkyNTA1NTc4OThfMCIsInRpbWVsaW5lIjpbeyJzY3JlZW4iOiJRdWl6R2V0UmVhZHkifSx7InBvbGxRdWVzdGlvblV1aWQiOiJmYTc2ZTE3NC0wZGM2LTQ3NWItODgyMi00NTExMWRlZWFiNzIiLCJzaG93Q29ycmVjdEFuc3dlcnMiOmZhbHNlLCJzaG93UmVzdWx0cyI6ZmFsc2UsInZvdGluZ0xvY2tlZCI6ZmFsc2V9LHsicG9sbFF1ZXN0aW9uVXVpZCI6ImZhNzZlMTc0LTBkYzYtNDc1Yi04ODIyLTQ1MTExZGVlYWI3MiIsInNob3dDb3JyZWN0QW5zd2VycyI6ZmFsc2UsInNob3dSZXN1bHRzIjp0cnVlLCJ2b3RpbmdMb2NrZWQiOnRydWV9LHsicG9sbFF1ZXN0aW9uVXVpZCI6ImZhNzZlMTc0LTBkYzYtNDc1Yi04ODIyLTQ1MTExZGVlYWI3MiIsInNob3dDb3JyZWN0QW5zd2VycyI6dHJ1ZSwic2hvd1Jlc3VsdHMiOnRydWUsInZvdGluZ0xvY2tlZCI6dHJ1ZX0seyJwb2xsUXVlc3Rpb25VdWlkIjoiZmE3NmUxNzQtMGRjNi00NzViLTg4MjItNDUxMTFkZWVhYjcy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ulator.aw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mFmZDA2NDItODQzNC00NDE1LTg3MDUtZjE4NDMzYThkN2VlIiwicG9sbFV1aWQiOiI5OWJlOTM5Ny1iZWJhLTRmMzUtYTE5NS05Y2QyNjY3ODVmNDUiLCJwcmVzZW50YXRpb25JZCI6IjFTXzc2YzREaEZRalhoNlZPV1hZR3hvNlkxeU9hdEVDd3A3X2pSbkFGcFhVIiwic2xpZGVJZCI6IlNMSURFU19BUEkxNzEwNjIyNDUzXzAiLCJ0aW1lbGluZSI6W3sic2NyZWVuIjoiUXVpekdldFJlYWR5In0seyJwb2xsUXVlc3Rpb25VdWlkIjoiMmFmZDA2NDItODQzNC00NDE1LTg3MDUtZjE4NDMzYThkN2VlIiwic2hvd0NvcnJlY3RBbnN3ZXJzIjpmYWxzZSwic2hvd1Jlc3VsdHMiOmZhbHNlLCJ2b3RpbmdMb2NrZWQiOmZhbHNlfSx7InBvbGxRdWVzdGlvblV1aWQiOiIyYWZkMDY0Mi04NDM0LTQ0MTUtODcwNS1mMTg0MzNhOGQ3ZWUiLCJzaG93Q29ycmVjdEFuc3dlcnMiOmZhbHNlLCJzaG93UmVzdWx0cyI6dHJ1ZSwidm90aW5nTG9ja2VkIjp0cnVlfSx7InBvbGxRdWVzdGlvblV1aWQiOiIyYWZkMDY0Mi04NDM0LTQ0MTUtODcwNS1mMTg0MzNhOGQ3ZWUiLCJzaG93Q29ycmVjdEFuc3dlcnMiOnRydWUsInNob3dSZXN1bHRzIjp0cnVlLCJ2b3RpbmdMb2NrZWQiOnRydWV9LHsicG9sbFF1ZXN0aW9uVXVpZCI6IjJhZmQwNjQyLTg0MzQtNDQxNS04NzA1LWYxODQzM2E4ZDdlZS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ZTNkYmRmN2EtMWUzMi00YzgyLTlmODAtMWNhOTIwMzBmMDk3IiwicG9sbFV1aWQiOiI5OWJlOTM5Ny1iZWJhLTRmMzUtYTE5NS05Y2QyNjY3ODVmNDUiLCJwcmVzZW50YXRpb25JZCI6IjFTXzc2YzREaEZRalhoNlZPV1hZR3hvNlkxeU9hdEVDd3A3X2pSbkFGcFhVIiwic2xpZGVJZCI6IlNMSURFU19BUEkxMDk5NDQ4Mjc3XzAiLCJ0aW1lbGluZSI6W3sic2NyZWVuIjoiUXVpekdldFJlYWR5In0seyJwb2xsUXVlc3Rpb25VdWlkIjoiZTNkYmRmN2EtMWUzMi00YzgyLTlmODAtMWNhOTIwMzBmMDk3Iiwic2hvd0NvcnJlY3RBbnN3ZXJzIjpmYWxzZSwic2hvd1Jlc3VsdHMiOmZhbHNlLCJ2b3RpbmdMb2NrZWQiOmZhbHNlfSx7InBvbGxRdWVzdGlvblV1aWQiOiJlM2RiZGY3YS0xZTMyLTRjODItOWY4MC0xY2E5MjAzMGYwOTciLCJzaG93Q29ycmVjdEFuc3dlcnMiOmZhbHNlLCJzaG93UmVzdWx0cyI6dHJ1ZSwidm90aW5nTG9ja2VkIjp0cnVlfSx7InBvbGxRdWVzdGlvblV1aWQiOiJlM2RiZGY3YS0xZTMyLTRjODItOWY4MC0xY2E5MjAzMGYwOTciLCJzaG93Q29ycmVjdEFuc3dlcnMiOnRydWUsInNob3dSZXN1bHRzIjp0cnVlLCJ2b3RpbmdMb2NrZWQiOnRydWV9LHsicG9sbFF1ZXN0aW9uVXVpZCI6ImUzZGJkZjdhLTFlMzItNGM4Mi05ZjgwLTFjYTkyMDMwZjA5Ny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zRjZDk0NWYtMDhlNy00YjlhLTkwMjYtMWNmMTJkMmIwNjBhIiwicG9sbFV1aWQiOiI5OWJlOTM5Ny1iZWJhLTRmMzUtYTE5NS05Y2QyNjY3ODVmNDUiLCJwcmVzZW50YXRpb25JZCI6IjFTXzc2YzREaEZRalhoNlZPV1hZR3hvNlkxeU9hdEVDd3A3X2pSbkFGcFhVIiwic2xpZGVJZCI6IlNMSURFU19BUEkxNTM2OTY5OTc1XzAiLCJ0aW1lbGluZSI6W3sic2NyZWVuIjoiUXVpekdldFJlYWR5In0seyJwb2xsUXVlc3Rpb25VdWlkIjoiNzRjZDk0NWYtMDhlNy00YjlhLTkwMjYtMWNmMTJkMmIwNjBhIiwic2hvd0NvcnJlY3RBbnN3ZXJzIjpmYWxzZSwic2hvd1Jlc3VsdHMiOmZhbHNlLCJ2b3RpbmdMb2NrZWQiOmZhbHNlfSx7InBvbGxRdWVzdGlvblV1aWQiOiI3NGNkOTQ1Zi0wOGU3LTRiOWEtOTAyNi0xY2YxMmQyYjA2MGEiLCJzaG93Q29ycmVjdEFuc3dlcnMiOmZhbHNlLCJzaG93UmVzdWx0cyI6dHJ1ZSwidm90aW5nTG9ja2VkIjp0cnVlfSx7InBvbGxRdWVzdGlvblV1aWQiOiI3NGNkOTQ1Zi0wOGU3LTRiOWEtOTAyNi0xY2YxMmQyYjA2MGEiLCJzaG93Q29ycmVjdEFuc3dlcnMiOnRydWUsInNob3dSZXN1bHRzIjp0cnVlLCJ2b3RpbmdMb2NrZWQiOnRydWV9LHsicG9sbFF1ZXN0aW9uVXVpZCI6Ijc0Y2Q5NDVmLTA4ZTctNGI5YS05MDI2LTFjZjEyZDJiMDYwYS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TJlMTc5MjgtYWNkNC00YjFlLWJkYzAtNmQ0MWM5MWQ5YTJkIiwicG9sbFV1aWQiOiI5OWJlOTM5Ny1iZWJhLTRmMzUtYTE5NS05Y2QyNjY3ODVmNDUiLCJwcmVzZW50YXRpb25JZCI6IjFTXzc2YzREaEZRalhoNlZPV1hZR3hvNlkxeU9hdEVDd3A3X2pSbkFGcFhVIiwic2xpZGVJZCI6IlNMSURFU19BUEkxMDE3MzUwNzQxXzAiLCJ0aW1lbGluZSI6W3sic2NyZWVuIjoiUXVpekdldFJlYWR5In0seyJwb2xsUXVlc3Rpb25VdWlkIjoiNTJlMTc5MjgtYWNkNC00YjFlLWJkYzAtNmQ0MWM5MWQ5YTJkIiwic2hvd0NvcnJlY3RBbnN3ZXJzIjpmYWxzZSwic2hvd1Jlc3VsdHMiOmZhbHNlLCJ2b3RpbmdMb2NrZWQiOmZhbHNlfSx7InBvbGxRdWVzdGlvblV1aWQiOiI1MmUxNzkyOC1hY2Q0LTRiMWUtYmRjMC02ZDQxYzkxZDlhMmQiLCJzaG93Q29ycmVjdEFuc3dlcnMiOmZhbHNlLCJzaG93UmVzdWx0cyI6dHJ1ZSwidm90aW5nTG9ja2VkIjp0cnVlfSx7InBvbGxRdWVzdGlvblV1aWQiOiI1MmUxNzkyOC1hY2Q0LTRiMWUtYmRjMC02ZDQxYzkxZDlhMmQiLCJzaG93Q29ycmVjdEFuc3dlcnMiOnRydWUsInNob3dSZXN1bHRzIjp0cnVlLCJ2b3RpbmdMb2NrZWQiOnRydWV9LHsicG9sbFF1ZXN0aW9uVXVpZCI6IjUyZTE3OTI4LWFjZDQtNGIxZS1iZGMwLTZkNDFjOTFkOWEyZ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zkyNTA1NDAtZGM1OC00Y2VjLWFhNTMtY2M1NTNjMzY1ODU4IiwicG9sbFV1aWQiOiI5OWJlOTM5Ny1iZWJhLTRmMzUtYTE5NS05Y2QyNjY3ODVmNDUiLCJwcmVzZW50YXRpb25JZCI6IjFTXzc2YzREaEZRalhoNlZPV1hZR3hvNlkxeU9hdEVDd3A3X2pSbkFGcFhVIiwic2xpZGVJZCI6IlNMSURFU19BUEkxNDMzNTc4MjgyXzAiLCJ0aW1lbGluZSI6W3sic2NyZWVuIjoiUXVpekdldFJlYWR5In0seyJwb2xsUXVlc3Rpb25VdWlkIjoiNzkyNTA1NDAtZGM1OC00Y2VjLWFhNTMtY2M1NTNjMzY1ODU4Iiwic2hvd0NvcnJlY3RBbnN3ZXJzIjpmYWxzZSwic2hvd1Jlc3VsdHMiOmZhbHNlLCJ2b3RpbmdMb2NrZWQiOmZhbHNlfSx7InBvbGxRdWVzdGlvblV1aWQiOiI3OTI1MDU0MC1kYzU4LTRjZWMtYWE1My1jYzU1M2MzNjU4NTgiLCJzaG93Q29ycmVjdEFuc3dlcnMiOmZhbHNlLCJzaG93UmVzdWx0cyI6dHJ1ZSwidm90aW5nTG9ja2VkIjp0cnVlfSx7InBvbGxRdWVzdGlvblV1aWQiOiI3OTI1MDU0MC1kYzU4LTRjZWMtYWE1My1jYzU1M2MzNjU4NTgiLCJzaG93Q29ycmVjdEFuc3dlcnMiOnRydWUsInNob3dSZXN1bHRzIjp0cnVlLCJ2b3RpbmdMb2NrZWQiOnRydWV9LHsicG9sbFF1ZXN0aW9uVXVpZCI6Ijc5MjUwNTQwLWRjNTgtNGNlYy1hYTUzLWNjNTUzYzM2NTg1O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zNkOWIzNDQtYTBhYi00Yzk0LWJmNzMtZTgxZGY0MGRhMDJiIiwicG9sbFV1aWQiOiI5OWJlOTM5Ny1iZWJhLTRmMzUtYTE5NS05Y2QyNjY3ODVmNDUiLCJwcmVzZW50YXRpb25JZCI6IjFTXzc2YzREaEZRalhoNlZPV1hZR3hvNlkxeU9hdEVDd3A3X2pSbkFGcFhVIiwic2xpZGVJZCI6IlNMSURFU19BUEkxOTYxODY5OTgzXzAiLCJ0aW1lbGluZSI6W3sic2NyZWVuIjoiUXVpekdldFJlYWR5In0seyJwb2xsUXVlc3Rpb25VdWlkIjoiMzNkOWIzNDQtYTBhYi00Yzk0LWJmNzMtZTgxZGY0MGRhMDJiIiwic2hvd0NvcnJlY3RBbnN3ZXJzIjpmYWxzZSwic2hvd1Jlc3VsdHMiOmZhbHNlLCJ2b3RpbmdMb2NrZWQiOmZhbHNlfSx7InBvbGxRdWVzdGlvblV1aWQiOiIzM2Q5YjM0NC1hMGFiLTRjOTQtYmY3My1lODFkZjQwZGEwMmIiLCJzaG93Q29ycmVjdEFuc3dlcnMiOmZhbHNlLCJzaG93UmVzdWx0cyI6dHJ1ZSwidm90aW5nTG9ja2VkIjp0cnVlfSx7InBvbGxRdWVzdGlvblV1aWQiOiIzM2Q5YjM0NC1hMGFiLTRjOTQtYmY3My1lODFkZjQwZGEwMmIiLCJzaG93Q29ycmVjdEFuc3dlcnMiOnRydWUsInNob3dSZXN1bHRzIjp0cnVlLCJ2b3RpbmdMb2NrZWQiOnRydWV9LHsicG9sbFF1ZXN0aW9uVXVpZCI6IjMzZDliMzQ0LWEwYWItNGM5NC1iZjczLWU4MWRmNDBkYTAyYiIsInNjcmVlbiI6IlF1aXpMZWFkZXJib2FyZCIsInNob3dDb3JyZWN0QW5zd2VycyI6dHJ1ZSwic2hvd1Jlc3VsdHMiOnRydWUsInZvdGluZ0xvY2tlZCI6dHJ1ZX1dLCJ0eXBlIjoiU2xpZG9Qb2xsIn0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cmVzZW50YXRpb25JZCI6IjFTXzc2YzREaEZRalhoNlZPV1hZR3hvNlkxeU9hdEVDd3A3X2pSbkFGcFhVIiwic2xpZGVJZCI6IlNMSURFU19BUEk0MDE3MDcxODZfMCIsInR5cGUiOiJTbGlkb1FB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8.png"/><Relationship Id="rId4" Type="http://schemas.openxmlformats.org/officeDocument/2006/relationships/hyperlink" Target="https://www.sli.do/features-google-slides?interaction-type=UUE%3D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br>
              <a:rPr lang="en-GB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70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1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Join at slido.com</a:t>
            </a:r>
            <a:b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sz="3600" b="1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4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Infrastructure as a Code (IaC)? Give an example.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Quiz 3 Topics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22. AWS Security: KMS, WAF, and Shield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23. Capacity Planning &amp; Cloud Brokers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24. Service-Level Agreements (SLAs) in Cloud Computing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25. CI_CD_ Streamlining Software Delivery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26. Serverless Computing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27. IAC(Cloudformation), Monitoring &amp; Logging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8" name="Google Shape;98;p16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your Quiz 2 experience?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360"/>
              <a:t>AWS Budget and Cost Optimisation</a:t>
            </a:r>
            <a:endParaRPr sz="4360"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 Optimization &amp; Budgeting Tools - Pricing Calculator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Cost Optimization &amp; Budgeting Tools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971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Cost Optimization in AWS focuses on minimizing expenses while </a:t>
            </a:r>
            <a:r>
              <a:rPr lang="en-GB" b="1"/>
              <a:t>maintaining performance and security.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Factors: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Right-Sizing Resources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Choosing the Right Pricing Model (On-demand, Reserved Instances, Spot Instances)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Monitoring and Automation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3550" y="1266325"/>
            <a:ext cx="1483550" cy="14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6723000" y="3059150"/>
            <a:ext cx="193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6912325" y="319287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6795325" y="2749875"/>
            <a:ext cx="16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AWS Budgets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620" y="0"/>
            <a:ext cx="643876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20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is NOT a key factor in AWS cost optimization?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Pricing Models Overview</a:t>
            </a: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1"/>
          </p:nvPr>
        </p:nvSpPr>
        <p:spPr>
          <a:xfrm>
            <a:off x="169600" y="1324850"/>
            <a:ext cx="8715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On-Demand Instances: </a:t>
            </a:r>
            <a:r>
              <a:rPr lang="en-GB"/>
              <a:t>Pay-as-you-go.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Reserved Instances:</a:t>
            </a:r>
            <a:r>
              <a:rPr lang="en-GB"/>
              <a:t> 1 to 3-year commitment for discounted pricing.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Spot Instances: </a:t>
            </a:r>
            <a:r>
              <a:rPr lang="en-GB"/>
              <a:t>Up to 90% discount but can be interrupted.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Savings Plans: </a:t>
            </a:r>
            <a:r>
              <a:rPr lang="en-GB"/>
              <a:t>Flexible pricing for consistent usage.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2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AWS pricing model provides the highest discount but with the risk of interruption?</a:t>
            </a:r>
            <a:endParaRPr sz="28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AWS Pricing Calculator?</a:t>
            </a:r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63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tool to estimate AWS service costs.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Helps in planning and forecasting.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all major AWS services.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URL: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https://calculator.aws/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4">
            <a:alphaModFix/>
          </a:blip>
          <a:srcRect l="6041" r="55003"/>
          <a:stretch/>
        </p:blipFill>
        <p:spPr>
          <a:xfrm>
            <a:off x="5746950" y="1113125"/>
            <a:ext cx="2859776" cy="34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QPS and Storage Requirement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 b="60885"/>
          <a:stretch/>
        </p:blipFill>
        <p:spPr>
          <a:xfrm>
            <a:off x="0" y="1266325"/>
            <a:ext cx="9144002" cy="289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Solution:</a:t>
            </a:r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500" y="1222575"/>
            <a:ext cx="6225174" cy="365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6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the primary purpose of AWS Pricing Calculator?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AWS Pricing Calculator</a:t>
            </a:r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Detailed Estimates:</a:t>
            </a:r>
            <a:r>
              <a:rPr lang="en-GB"/>
              <a:t> Resource-level cost breakdown.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Export and Share Estimates.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Customization:</a:t>
            </a:r>
            <a:r>
              <a:rPr lang="en-GB"/>
              <a:t> Customize pricing based on regions, storage, data transfer,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Savings Estimates:</a:t>
            </a:r>
            <a:r>
              <a:rPr lang="en-GB"/>
              <a:t> Compare On-Demand vs Reserved pricing.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8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is NOT a feature of AWS Pricing Calculator?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AWS Pricing Calculator – Step-by-Step</a:t>
            </a:r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Choose Services – Select EC2, S3, RDS,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Configure Requirements – Instance type, storage, region.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Estimate Costs – Check pricing breakdown.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Compare Pricing Models – On-demand vs Reserved.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Export &amp; Share Report.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3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is the first step when using AWS Pricing Calculator?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3" name="Google Shape;22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0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0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AWS Budgets Tool</a:t>
            </a:r>
            <a:endParaRPr/>
          </a:p>
        </p:txBody>
      </p:sp>
      <p:sp>
        <p:nvSpPr>
          <p:cNvPr id="231" name="Google Shape;231;p3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AWS Budgets?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custom cost and usage budgets.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Receive alerts via email or SNS.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Track actual vs forecasted spend.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Supports</a:t>
            </a:r>
            <a:r>
              <a:rPr lang="en-GB"/>
              <a:t>: Service, Linked Accounts, Tags.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8698750" y="-262375"/>
            <a:ext cx="84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3550" y="1266325"/>
            <a:ext cx="1483550" cy="14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1"/>
          <p:cNvSpPr txBox="1"/>
          <p:nvPr/>
        </p:nvSpPr>
        <p:spPr>
          <a:xfrm>
            <a:off x="6723000" y="3059150"/>
            <a:ext cx="193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6912325" y="319287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6795325" y="2749875"/>
            <a:ext cx="16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AWS Budgets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3" name="Google Shape;2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8603"/>
            <a:ext cx="9144000" cy="4646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3" y="0"/>
            <a:ext cx="899563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3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3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can AWS Budgets NOT alert you about?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0" name="Google Shape;26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4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4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Cost Explorer</a:t>
            </a:r>
            <a:endParaRPr/>
          </a:p>
        </p:txBody>
      </p:sp>
      <p:sp>
        <p:nvSpPr>
          <p:cNvPr id="268" name="Google Shape;268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AWS Cost Explorer?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Visualize and analyze AWS spending.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Track spend trends over 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Forecast future costs.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Granular Filtering: By service, linked account, region, etc.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36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does AWS Cost Explorer primarily help with?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3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8" name="Google Shape;27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6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6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Practices for Cost Optimization</a:t>
            </a:r>
            <a:endParaRPr/>
          </a:p>
        </p:txBody>
      </p:sp>
      <p:sp>
        <p:nvSpPr>
          <p:cNvPr id="286" name="Google Shape;286;p3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Enable AWS Budgets &amp; Alerts.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Reserved &amp; Spot Instances when possible.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Right-size Instances &amp; Storage.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Auto Scaling.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Monitor with Cost Explorer.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8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is NOT a cost optimization best practice?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3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6" name="Google Shape;29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8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8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 Life scenario</a:t>
            </a:r>
            <a:endParaRPr/>
          </a:p>
        </p:txBody>
      </p:sp>
      <p:sp>
        <p:nvSpPr>
          <p:cNvPr id="304" name="Google Shape;304;p3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 startup is building a web application on AWS. Initially, they deployed all EC2 instances as On-Demand. Their monthly AWS bill is higher than expected. They want to reduce costs without compromising performance for predictable workloads.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 Life scenario</a:t>
            </a:r>
            <a:endParaRPr/>
          </a:p>
        </p:txBody>
      </p:sp>
      <p:sp>
        <p:nvSpPr>
          <p:cNvPr id="310" name="Google Shape;310;p4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startup is building a web application on AWS. Initially, they deployed all EC2 instances as On-Demand. Their monthly AWS bill is higher than expected. They want to reduce costs without compromising performance for predictable workloads.</a:t>
            </a:r>
            <a:br>
              <a:rPr lang="en-GB"/>
            </a:b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Reserved Instances for predictable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Spot Instances for flexible or batch workloads.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up AWS Budgets for monthly cost alerts.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AWS Pricing Calculator to estimate and compare costs.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2</a:t>
            </a:r>
            <a:endParaRPr/>
          </a:p>
        </p:txBody>
      </p:sp>
      <p:sp>
        <p:nvSpPr>
          <p:cNvPr id="316" name="Google Shape;316;p4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company has moved its internal CRM system to AWS. They want to predict their monthly cloud bill and monitor if spending exceeds 80% of their budget.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Question: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Which AWS tools should they use to estimate and monitor costs? Explain how these tools will help.</a:t>
            </a:r>
            <a:br>
              <a:rPr lang="en-GB"/>
            </a:b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2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company has moved its internal CRM system to AWS. They want to predict their monthly cloud bill and monitor if spending exceeds 80% of their budget.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Question: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Which AWS tools should they use to estimate and monitor costs? Explain how these tools will help.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AWS Pricing Calculator to estimate costs based on their infrastructure.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AWS Budgets to set a monthly budget and get alerts when spending exceeds 80%.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4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9" name="Google Shape;329;p4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Audience Q&amp;A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4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4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3" name="Google Shape;333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1170</Words>
  <Application>Microsoft Office PowerPoint</Application>
  <PresentationFormat>On-screen Show (16:9)</PresentationFormat>
  <Paragraphs>154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Open Sans</vt:lpstr>
      <vt:lpstr>맑은 고딕</vt:lpstr>
      <vt:lpstr>PT Sans Narrow</vt:lpstr>
      <vt:lpstr>Inter</vt:lpstr>
      <vt:lpstr>Arial</vt:lpstr>
      <vt:lpstr>Tropic</vt:lpstr>
      <vt:lpstr>PowerPoint Presentation</vt:lpstr>
      <vt:lpstr>PowerPoint Presentation</vt:lpstr>
      <vt:lpstr>PowerPoint Presentation</vt:lpstr>
      <vt:lpstr>Quiz 3 Topics</vt:lpstr>
      <vt:lpstr>PowerPoint Presentation</vt:lpstr>
      <vt:lpstr>AWS Budget and Cost Optimisation</vt:lpstr>
      <vt:lpstr>Introduction to Cost Optimization &amp; Budgeting Tools</vt:lpstr>
      <vt:lpstr>PowerPoint Presentation</vt:lpstr>
      <vt:lpstr>PowerPoint Presentation</vt:lpstr>
      <vt:lpstr>AWS Pricing Models Overview</vt:lpstr>
      <vt:lpstr>PowerPoint Presentation</vt:lpstr>
      <vt:lpstr>What is AWS Pricing Calculator?</vt:lpstr>
      <vt:lpstr>Find the QPS and Storage Requirement </vt:lpstr>
      <vt:lpstr>Solution:</vt:lpstr>
      <vt:lpstr>PowerPoint Presentation</vt:lpstr>
      <vt:lpstr>Key Features of AWS Pricing Calculator</vt:lpstr>
      <vt:lpstr>PowerPoint Presentation</vt:lpstr>
      <vt:lpstr>Using AWS Pricing Calculator – Step-by-Step</vt:lpstr>
      <vt:lpstr>PowerPoint Presentation</vt:lpstr>
      <vt:lpstr> AWS Budgets Tool</vt:lpstr>
      <vt:lpstr>PowerPoint Presentation</vt:lpstr>
      <vt:lpstr>PowerPoint Presentation</vt:lpstr>
      <vt:lpstr>PowerPoint Presentation</vt:lpstr>
      <vt:lpstr>AWS Cost Explorer</vt:lpstr>
      <vt:lpstr>PowerPoint Presentation</vt:lpstr>
      <vt:lpstr>Best Practices for Cost Optimization</vt:lpstr>
      <vt:lpstr>PowerPoint Presentation</vt:lpstr>
      <vt:lpstr>Real Life scenario</vt:lpstr>
      <vt:lpstr>Real Life scenario</vt:lpstr>
      <vt:lpstr>Questions 2</vt:lpstr>
      <vt:lpstr>Questions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2026-10-05T01:35:20Z</dcterms:modified>
</cp:coreProperties>
</file>