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9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</p:sldIdLst>
  <p:sldSz cx="9144000" cy="5143500" type="screen16x9"/>
  <p:notesSz cx="6858000" cy="9144000"/>
  <p:embeddedFontLst>
    <p:embeddedFont>
      <p:font typeface="Calibri Light" panose="020F0302020204030204" pitchFamily="34" charset="0"/>
      <p:regular r:id="rId20"/>
      <p: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PT Sans Narrow" panose="020B0604020202020204" charset="0"/>
      <p:regular r:id="rId26"/>
      <p:bold r:id="rId27"/>
    </p:embeddedFont>
    <p:embeddedFont>
      <p:font typeface="맑은 고딕" panose="020B0503020000020004" pitchFamily="34" charset="-12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02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11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566e9dd4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566e9dd4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558b2116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558b2116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558b211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558b211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53bf153f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53bf153f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53bf153fa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53bf153fa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53bf153fa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53bf153fa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53bf153f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53bf153fa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53bf153fa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53bf153fa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53bf153fa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53bf153fa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53bf153fa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53bf153fa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53bf153fa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53bf153fa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53bf153fa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53bf153fa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53bf153fa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53bf153fa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53bf153fa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53bf153fa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0041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6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0234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59363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2040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9224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19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1194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686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1487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9460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8356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87F74-A402-4054-88F2-0C6A362BA21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420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fastercapital.com/content/Data-Center-Consolidation-Initiative--DCCI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Previous Class Test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5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>
                  <a:lumMod val="75000"/>
                </a:schemeClr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Previous Class Test Diagram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 Scaling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911" y="1152425"/>
            <a:ext cx="4293364" cy="39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VPC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700" y="1063550"/>
            <a:ext cx="5024199" cy="395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ctrTitle"/>
          </p:nvPr>
        </p:nvSpPr>
        <p:spPr>
          <a:xfrm>
            <a:off x="250750" y="1751775"/>
            <a:ext cx="82998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Virtualization: Future of Computing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 deep dive into the concepts, types, and applications of virtualization.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Virtualization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196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Virtualization</a:t>
            </a:r>
            <a:r>
              <a:rPr lang="en-GB"/>
              <a:t> is the process of creating a </a:t>
            </a:r>
            <a:r>
              <a:rPr lang="en-GB" b="1"/>
              <a:t>virtual version of computing resources </a:t>
            </a:r>
            <a:r>
              <a:rPr lang="en-GB"/>
              <a:t>such as servers, storage devices, networks, or even operating systems.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Benefits: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Improved resource utilization.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Reduced IT costs.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Enhanced flexibility and scalability.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400" y="1304825"/>
            <a:ext cx="3331200" cy="3230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71500"/>
            <a:ext cx="9144003" cy="400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Virtualization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 </a:t>
            </a:r>
            <a:r>
              <a:rPr lang="en-GB" b="1"/>
              <a:t>Server Virtualization:</a:t>
            </a:r>
            <a:r>
              <a:rPr lang="en-GB"/>
              <a:t> Partitioning a physical server into multiple virtual servers.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2. </a:t>
            </a:r>
            <a:r>
              <a:rPr lang="en-GB" b="1"/>
              <a:t>Desktop Virtualization: </a:t>
            </a:r>
            <a:r>
              <a:rPr lang="en-GB"/>
              <a:t>Allows users to access desktops remotely.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3. </a:t>
            </a:r>
            <a:r>
              <a:rPr lang="en-GB" b="1"/>
              <a:t>Network Virtualization:</a:t>
            </a:r>
            <a:r>
              <a:rPr lang="en-GB"/>
              <a:t> Combines hardware and software network resources into a single, software-based entity.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4. </a:t>
            </a:r>
            <a:r>
              <a:rPr lang="en-GB" b="1"/>
              <a:t>Storage Virtualization:</a:t>
            </a:r>
            <a:r>
              <a:rPr lang="en-GB"/>
              <a:t> Pools physical storage resources into a single virtual resource.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Hypervisor?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5282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 </a:t>
            </a:r>
            <a:r>
              <a:rPr lang="en-GB" b="1"/>
              <a:t>hypervisor</a:t>
            </a:r>
            <a:r>
              <a:rPr lang="en-GB"/>
              <a:t>, also known as a </a:t>
            </a:r>
            <a:r>
              <a:rPr lang="en-GB" b="1"/>
              <a:t>virtual machine monitor</a:t>
            </a:r>
            <a:r>
              <a:rPr lang="en-GB"/>
              <a:t> (VMM) or virtualizer, is a type of computer software, firmware or hardware that creates and runs virtual machines.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650" y="1152425"/>
            <a:ext cx="4007200" cy="34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8440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Virtualization Works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Core Components: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Hypervisor</a:t>
            </a:r>
            <a:r>
              <a:rPr lang="en-GB"/>
              <a:t>: Software that creates and manages virtual machines (VMs).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Guest OS:</a:t>
            </a:r>
            <a:r>
              <a:rPr lang="en-GB"/>
              <a:t> The operating system running inside the VM.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Host OS:</a:t>
            </a:r>
            <a:r>
              <a:rPr lang="en-GB"/>
              <a:t> The operating system managing the physical hardware.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Types of Hypervisors: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Type 1: </a:t>
            </a:r>
            <a:r>
              <a:rPr lang="en-GB"/>
              <a:t>Runs directly on hardware (e.g., VMware ESXi).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Type 2:</a:t>
            </a:r>
            <a:r>
              <a:rPr lang="en-GB"/>
              <a:t> Runs on a host operating system (e.g., VirtualBox).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Virtualization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9594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Cost Savings: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Lower hardware requirements.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Reduced energy consumption.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Flexibility: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Easy migration of workloads.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Scalability.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Improved Disaster Recovery: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Backups and </a:t>
            </a:r>
            <a:r>
              <a:rPr lang="en-GB" b="1"/>
              <a:t>snapshots.</a:t>
            </a:r>
            <a:endParaRPr b="1"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300" y="1304825"/>
            <a:ext cx="4568100" cy="256828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5915400" y="8970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lang="en-GB" sz="1200" b="1" u="sng">
                <a:solidFill>
                  <a:srgbClr val="337AB7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Data Center Consolidation initia</a:t>
            </a:r>
            <a:r>
              <a:rPr lang="en-GB" sz="1200" b="1" u="sng">
                <a:solidFill>
                  <a:srgbClr val="337AB7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tive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of Virtualization</a:t>
            </a:r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Initial Costs:</a:t>
            </a:r>
            <a:r>
              <a:rPr lang="en-GB"/>
              <a:t> Higher upfront costs for setup.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Complexity:</a:t>
            </a:r>
            <a:r>
              <a:rPr lang="en-GB"/>
              <a:t> Requires expertise for configuration and maintenance.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Performance Overhead: </a:t>
            </a:r>
            <a:r>
              <a:rPr lang="en-GB"/>
              <a:t>Potential decrease in performance due to resource sharing.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Security Concerns: </a:t>
            </a:r>
            <a:r>
              <a:rPr lang="en-GB"/>
              <a:t>Risks like VM escape and </a:t>
            </a:r>
            <a:r>
              <a:rPr lang="en-GB" b="1"/>
              <a:t>hypervisor attacks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Applications of Virtualization</a:t>
            </a:r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Cloud Computing:</a:t>
            </a:r>
            <a:r>
              <a:rPr lang="en-GB"/>
              <a:t> Foundation for services like IaaS, PaaS, and SaaS.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Development and Testing:</a:t>
            </a:r>
            <a:r>
              <a:rPr lang="en-GB"/>
              <a:t> Isolated environments for software development.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Disaster Recovery:</a:t>
            </a:r>
            <a:r>
              <a:rPr lang="en-GB"/>
              <a:t> Quick restoration of systems.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Education and Training:</a:t>
            </a:r>
            <a:r>
              <a:rPr lang="en-GB"/>
              <a:t> Virtual labs and simulations.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of Virtualization</a:t>
            </a:r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Emerging Trends: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Containerization (e.g., Docker, Kubernetes).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Edge Computing.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Virtual Reality (VR) and Augmented Reality (AR).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Impact</a:t>
            </a:r>
            <a:r>
              <a:rPr lang="en-GB"/>
              <a:t>: Greater focus on scalability, speed, and efficiency.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Virtualization transforms IT infrastructure by optimizing resource utilization, reducing costs, and improving scalability.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types include server, storage, network, and desktop virtualization.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Challenges like security risks and complexity need to be managed effectively.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accent2">
                    <a:lumMod val="75000"/>
                  </a:schemeClr>
                </a:solidFill>
              </a:rPr>
              <a:t>Amel</a:t>
            </a:r>
            <a:r>
              <a:rPr lang="en-US" sz="105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050" dirty="0" err="1" smtClean="0">
                <a:solidFill>
                  <a:schemeClr val="accent2">
                    <a:lumMod val="75000"/>
                  </a:schemeClr>
                </a:solidFill>
              </a:rPr>
              <a:t>charoline</a:t>
            </a:r>
            <a:endParaRPr lang="en-US" sz="10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92063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527</Words>
  <Application>Microsoft Office PowerPoint</Application>
  <PresentationFormat>On-screen Show (16:9)</PresentationFormat>
  <Paragraphs>84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 Light</vt:lpstr>
      <vt:lpstr>Calibri</vt:lpstr>
      <vt:lpstr>PT Sans Narrow</vt:lpstr>
      <vt:lpstr>맑은 고딕</vt:lpstr>
      <vt:lpstr>Arial</vt:lpstr>
      <vt:lpstr>Office Theme</vt:lpstr>
      <vt:lpstr>PowerPoint Presentation</vt:lpstr>
      <vt:lpstr> Previous Class Test Diagram</vt:lpstr>
      <vt:lpstr>Auto Scaling</vt:lpstr>
      <vt:lpstr>VPC</vt:lpstr>
      <vt:lpstr>Virtualization: Future of Computing</vt:lpstr>
      <vt:lpstr>Introduction to Virtualization</vt:lpstr>
      <vt:lpstr>PowerPoint Presentation</vt:lpstr>
      <vt:lpstr>Types of Virtualization</vt:lpstr>
      <vt:lpstr>What is Hypervisor?</vt:lpstr>
      <vt:lpstr>PowerPoint Presentation</vt:lpstr>
      <vt:lpstr>How Virtualization Works</vt:lpstr>
      <vt:lpstr>Advantages of Virtualization  </vt:lpstr>
      <vt:lpstr>Challenges of Virtualization</vt:lpstr>
      <vt:lpstr>Applications of Virtualization</vt:lpstr>
      <vt:lpstr>Future of Virtualization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2026-10-05T01:07:31Z</dcterms:modified>
</cp:coreProperties>
</file>