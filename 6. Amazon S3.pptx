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5143500" type="screen16x9"/>
  <p:notesSz cx="6858000" cy="9144000"/>
  <p:embeddedFontLst>
    <p:embeddedFont>
      <p:font typeface="Open Sans" panose="020B0604020202020204" charset="0"/>
      <p:regular r:id="rId18"/>
      <p:bold r:id="rId19"/>
      <p:italic r:id="rId20"/>
      <p:boldItalic r:id="rId21"/>
    </p:embeddedFont>
    <p:embeddedFont>
      <p:font typeface="맑은 고딕" panose="020B0503020000020004" pitchFamily="34" charset="-127"/>
      <p:regular r:id="rId22"/>
      <p:bold r:id="rId23"/>
    </p:embeddedFont>
    <p:embeddedFont>
      <p:font typeface="PT Sans Narrow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42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e5e15f525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e5e15f525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e5e15f52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e5e15f52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e5e15f52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e5e15f52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e5e15f52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e5e15f52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e5e15f525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e5e15f525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e5e15f525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e5e15f525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e5e15f525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e5e15f525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e5e15f525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e5e15f525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e5e15f525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e5e15f525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e5e15f525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e5e15f525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e5e15f525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e5e15f525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e5e15f525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e5e15f525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3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Amazon S3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5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Amazon S3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Backbone of Scalable Cloud Storage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Amazon S3?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45650"/>
            <a:ext cx="5655600" cy="33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Amazon Simple Storage Service (S3):</a:t>
            </a:r>
            <a:r>
              <a:rPr lang="en-GB"/>
              <a:t> A scalable object storage service by AWS.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Purpose</a:t>
            </a:r>
            <a:r>
              <a:rPr lang="en-GB"/>
              <a:t>: Store and retrieve any amount of data from anywhere.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Use Cases:</a:t>
            </a:r>
            <a:endParaRPr b="1"/>
          </a:p>
          <a:p>
            <a:pPr marL="9144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Backup and restore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 archiving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Big data analytics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Hosting static websites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1000" y="1304825"/>
            <a:ext cx="3150600" cy="23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Core Concepts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Bucket: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container for storing objects.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Each bucket has a unique name within the AWS ecosystem.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versioning, encryption, and access controls.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Object: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Files stored in buckets, accompanied by metadata.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Each object is identified by a unique key.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string used to identify an object within a bucket.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Amazon S3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7141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Scalability</a:t>
            </a:r>
            <a:r>
              <a:rPr lang="en-GB"/>
              <a:t>: Automatically scales storage capacity.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Durability</a:t>
            </a:r>
            <a:r>
              <a:rPr lang="en-GB"/>
              <a:t>: 99.999999999% (11 9's) durability.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Availability</a:t>
            </a:r>
            <a:r>
              <a:rPr lang="en-GB"/>
              <a:t>: High uptime and regional redundancy.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Security</a:t>
            </a:r>
            <a:r>
              <a:rPr lang="en-GB"/>
              <a:t>: Encryption and fine-grained access control.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Performance</a:t>
            </a:r>
            <a:r>
              <a:rPr lang="en-GB"/>
              <a:t>: Low-latency and high-throughput storage.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7875" y="1323375"/>
            <a:ext cx="2911674" cy="28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 Storage Classes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033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Standard</a:t>
            </a:r>
            <a:r>
              <a:rPr lang="en-GB"/>
              <a:t>: High durability, availability, and performance for frequently accessed data.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Standard-IA (Infrequent Access):</a:t>
            </a:r>
            <a:r>
              <a:rPr lang="en-GB"/>
              <a:t> Cheaper storage for less frequently accessed data.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One Zone-IA:</a:t>
            </a:r>
            <a:r>
              <a:rPr lang="en-GB"/>
              <a:t> Cost-effective for infrequently accessed data stored in a single Availability Zone.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Glacier</a:t>
            </a:r>
            <a:r>
              <a:rPr lang="en-GB"/>
              <a:t>: Low-cost storage for long-term archival.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Intelligent-Tiering:</a:t>
            </a:r>
            <a:r>
              <a:rPr lang="en-GB"/>
              <a:t> Automatically moves data between cost-effective tiers.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475" y="1266325"/>
            <a:ext cx="3578125" cy="30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b="15325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Amazon S3 Works</a:t>
            </a: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Create a Bucket:</a:t>
            </a:r>
            <a:endParaRPr b="1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the AWS Console, CLI, or SDK to create a bucket.</a:t>
            </a:r>
            <a:endParaRPr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Name it uniquely within the AWS global namespace.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Upload Objects:</a:t>
            </a:r>
            <a:endParaRPr b="1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Files are stored in the bucket as objects with metadata.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Access Objects:</a:t>
            </a:r>
            <a:endParaRPr b="1"/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Retrieve files using REST API, SDKs, or pre-signed URLs.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Benefits of Amazon S3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Reliability</a:t>
            </a:r>
            <a:r>
              <a:rPr lang="en-GB"/>
              <a:t>: Built on AWS global infrastructure.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Cost-Effectiveness:</a:t>
            </a:r>
            <a:r>
              <a:rPr lang="en-GB"/>
              <a:t> Pay only for storage used; no upfront costs.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Flexibility</a:t>
            </a:r>
            <a:r>
              <a:rPr lang="en-GB"/>
              <a:t>: Supports a wide range of use cases, from backups to web hosting.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Ease of Use</a:t>
            </a:r>
            <a:r>
              <a:rPr lang="en-GB"/>
              <a:t>: Easy to manage and configure with AWS tools.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Features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Data Encryption: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Server-Side Encryption (SSE): Encrypts data at rest.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Client-Side Encryption: Data encrypted before uploading.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Access Management: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IAM Policies: Control who can access what.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Bucket Policies: Define access rules for buckets.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S3 Access Points: Simplify managing access to shared buckets.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Compliance</a:t>
            </a:r>
            <a:r>
              <a:rPr lang="en-GB"/>
              <a:t>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Meets regulatory standards like GDPR, HIPAA, and PCI DSS.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Real-World Use Cases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b="1"/>
              <a:t>Data Backup and Archival:</a:t>
            </a:r>
            <a:endParaRPr b="1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Reliable storage for disaster recovery.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b="1"/>
              <a:t>Static Website Hosting:</a:t>
            </a:r>
            <a:endParaRPr b="1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Cost-effective for hosting HTML, CSS, and JavaScript files.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b="1"/>
              <a:t>Big Data Analytics:</a:t>
            </a:r>
            <a:endParaRPr b="1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Stores large datasets for tools like AWS Athena or Amazon EMR.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 b="1"/>
              <a:t>Media Storage:</a:t>
            </a:r>
            <a:endParaRPr b="1"/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Host and distribute video, images, and other media files globally.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Cost and Pricing Model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Storage Cost</a:t>
            </a:r>
            <a:r>
              <a:rPr lang="en-GB"/>
              <a:t>: Based on GB/month.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Data Transfer</a:t>
            </a:r>
            <a:r>
              <a:rPr lang="en-GB"/>
              <a:t>: Outbound transfer incurs costs, inbound is free.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Request Pricing</a:t>
            </a:r>
            <a:r>
              <a:rPr lang="en-GB"/>
              <a:t>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Costs for GET, PUT, DELETE operations.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Glacier Retrieval Costs</a:t>
            </a:r>
            <a:r>
              <a:rPr lang="en-GB"/>
              <a:t>: Vary by retrieval speed (Instant, Expedited, Standard).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S3 Best Practices</a:t>
            </a:r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Enable Versioning:</a:t>
            </a:r>
            <a:r>
              <a:rPr lang="en-GB"/>
              <a:t> Protect against accidental deletion.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Use Lifecycle Policies:</a:t>
            </a:r>
            <a:r>
              <a:rPr lang="en-GB"/>
              <a:t> Optimize storage costs.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Secure Your Data: </a:t>
            </a:r>
            <a:r>
              <a:rPr lang="en-GB"/>
              <a:t>Enforce encryption and IAM best practices.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Monitor Usage: </a:t>
            </a:r>
            <a:r>
              <a:rPr lang="en-GB"/>
              <a:t>Use CloudWatch for monitoring and cost tracking.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Amazon S3 is a foundational service for AWS cloud computing.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Key Takeaways</a:t>
            </a:r>
            <a:r>
              <a:rPr lang="en-GB"/>
              <a:t>: Scalable, durable, secure, and cost-effective storage.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Encouragement</a:t>
            </a:r>
            <a:r>
              <a:rPr lang="en-GB"/>
              <a:t>: Explore S3 by creating a free-tier AWS account.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822975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671</Words>
  <Application>Microsoft Office PowerPoint</Application>
  <PresentationFormat>On-screen Show (16:9)</PresentationFormat>
  <Paragraphs>105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Open Sans</vt:lpstr>
      <vt:lpstr>맑은 고딕</vt:lpstr>
      <vt:lpstr>PT Sans Narrow</vt:lpstr>
      <vt:lpstr>Arial</vt:lpstr>
      <vt:lpstr>Tropic</vt:lpstr>
      <vt:lpstr>PowerPoint Presentation</vt:lpstr>
      <vt:lpstr>Amazon S3</vt:lpstr>
      <vt:lpstr>What is Amazon S3?</vt:lpstr>
      <vt:lpstr>Core Concepts</vt:lpstr>
      <vt:lpstr>Key Features of Amazon S3</vt:lpstr>
      <vt:lpstr>S3 Storage Classes</vt:lpstr>
      <vt:lpstr>PowerPoint Presentation</vt:lpstr>
      <vt:lpstr>How Amazon S3 Works</vt:lpstr>
      <vt:lpstr>Benefits of Amazon S3</vt:lpstr>
      <vt:lpstr>Security Features</vt:lpstr>
      <vt:lpstr> Real-World Use Cases</vt:lpstr>
      <vt:lpstr>Cost and Pricing Model</vt:lpstr>
      <vt:lpstr>S3 Best Practices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2026-10-05T01:40:14Z</dcterms:modified>
</cp:coreProperties>
</file>