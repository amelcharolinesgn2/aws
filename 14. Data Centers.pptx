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7"/>
  </p:notes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</p:sldIdLst>
  <p:sldSz cx="9144000" cy="5143500" type="screen16x9"/>
  <p:notesSz cx="6858000" cy="9144000"/>
  <p:embeddedFontLst>
    <p:embeddedFont>
      <p:font typeface="Calibri Light" panose="020F0302020204030204" pitchFamily="34" charset="0"/>
      <p:regular r:id="rId18"/>
      <p:italic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PT Sans Narrow" panose="020B0604020202020204" charset="0"/>
      <p:regular r:id="rId24"/>
      <p:bold r:id="rId25"/>
    </p:embeddedFont>
    <p:embeddedFont>
      <p:font typeface="맑은 고딕" panose="020B0503020000020004" pitchFamily="34" charset="-127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02" y="5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528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bf4e14b4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bf4e14b4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22bf4e14b4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22bf4e14b4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2bf4e14b4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22bf4e14b4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2bf4e14b4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22bf4e14b4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2bf4e14b4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22bf4e14b4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22bf4e14b4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22bf4e14b4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2bf4e14b4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2bf4e14b4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2bf4e14b4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22bf4e14b4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22bf4e14b4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22bf4e14b4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22bf4e14b4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22bf4e14b4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22bf4e14b4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22bf4e14b4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22bf4e14b4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22bf4e14b4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250314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865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99672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039656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84525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82935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3271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47094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861556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19839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700869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9931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5838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  <p:sp>
        <p:nvSpPr>
          <p:cNvPr id="24" name="Google Shape;66;p13"/>
          <p:cNvSpPr txBox="1">
            <a:spLocks/>
          </p:cNvSpPr>
          <p:nvPr/>
        </p:nvSpPr>
        <p:spPr>
          <a:xfrm>
            <a:off x="1260707" y="2044358"/>
            <a:ext cx="7136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/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Data </a:t>
            </a:r>
            <a:r>
              <a:rPr lang="en-GB" dirty="0" err="1">
                <a:solidFill>
                  <a:schemeClr val="accent2">
                    <a:lumMod val="75000"/>
                  </a:schemeClr>
                </a:solidFill>
              </a:rPr>
              <a:t>Centers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190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Data </a:t>
            </a:r>
            <a:r>
              <a:rPr lang="en-GB" dirty="0" err="1">
                <a:solidFill>
                  <a:schemeClr val="accent2">
                    <a:lumMod val="75000"/>
                  </a:schemeClr>
                </a:solidFill>
              </a:rPr>
              <a:t>Centers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Design, Architecture, and Tier Levels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 rotWithShape="1">
          <a:blip r:embed="rId3">
            <a:alphaModFix/>
          </a:blip>
          <a:srcRect r="46925"/>
          <a:stretch/>
        </p:blipFill>
        <p:spPr>
          <a:xfrm>
            <a:off x="9218" y="0"/>
            <a:ext cx="891657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Centers</a:t>
            </a: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16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Data Center: </a:t>
            </a:r>
            <a:r>
              <a:rPr lang="en-GB"/>
              <a:t>A data center is a facility used to house computer systems and associated components, such as telecommunications and storage systems.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Purpose: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Centralized management of IT resources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Support for critical applications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High availability and redundancy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 rotWithShape="1">
          <a:blip r:embed="rId3">
            <a:alphaModFix/>
          </a:blip>
          <a:srcRect l="5673" r="11858"/>
          <a:stretch/>
        </p:blipFill>
        <p:spPr>
          <a:xfrm>
            <a:off x="5578675" y="1422650"/>
            <a:ext cx="3565325" cy="271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Components:</a:t>
            </a:r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2603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Key Components:</a:t>
            </a:r>
            <a:endParaRPr b="1"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Servers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Storage Systems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Networking Equipment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Cooling Systems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Power Supply Units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Security Systems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Interdependence</a:t>
            </a:r>
            <a:r>
              <a:rPr lang="en-GB"/>
              <a:t>: Efficient operation relies on seamless integration of these components.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304825"/>
            <a:ext cx="4267200" cy="284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Center Design Principles</a:t>
            </a:r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Scalability</a:t>
            </a:r>
            <a:r>
              <a:rPr lang="en-GB"/>
              <a:t>: Design for future growth.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Redundancy</a:t>
            </a:r>
            <a:r>
              <a:rPr lang="en-GB"/>
              <a:t>: Minimize single points of failure.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Efficiency</a:t>
            </a:r>
            <a:r>
              <a:rPr lang="en-GB"/>
              <a:t>: Optimize power and cooling.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Security</a:t>
            </a:r>
            <a:r>
              <a:rPr lang="en-GB"/>
              <a:t>: Physical and virtual protection.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/>
              <a:t>Sustainability</a:t>
            </a:r>
            <a:r>
              <a:rPr lang="en-GB"/>
              <a:t>: Eco-friendly solutions.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Center Architecture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Layers</a:t>
            </a:r>
            <a:r>
              <a:rPr lang="en-GB"/>
              <a:t>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Physical Layer: Hardware and infrastructure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Virtual Layer: Virtualized servers and networks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Application Layer: Software and services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Topology: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Star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Mesh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Leaf-Spine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 Efficiency in Data Centers</a:t>
            </a:r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Key Metrics: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PUE </a:t>
            </a:r>
            <a:r>
              <a:rPr lang="en-GB"/>
              <a:t>(Power Usage Effectiveness): Ratio of total facility energy to IT equipment energy.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DCiE</a:t>
            </a:r>
            <a:r>
              <a:rPr lang="en-GB"/>
              <a:t> (Data Center Infrastructure Efficiency): Inverse of PUE.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Techniques to Improve Efficiency: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Energy-efficient hardware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Liquid cooling systems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Renewable energy sources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Tier Levels of Data Centers</a:t>
            </a:r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7778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Classification system based on uptime and redundancy.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Tiers: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Tier I:</a:t>
            </a:r>
            <a:r>
              <a:rPr lang="en-GB"/>
              <a:t> Basic Capacity (No redundancy)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Tier II:</a:t>
            </a:r>
            <a:r>
              <a:rPr lang="en-GB"/>
              <a:t> Redundant Capacity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Tier III:</a:t>
            </a:r>
            <a:r>
              <a:rPr lang="en-GB"/>
              <a:t> Concurrently Maintainable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Tier IV: </a:t>
            </a:r>
            <a:r>
              <a:rPr lang="en-GB"/>
              <a:t>Fault-Tolerant (Fully redundant systems)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9425" y="1304825"/>
            <a:ext cx="4054574" cy="3040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Center Security</a:t>
            </a:r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Aspects: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Physical Security:</a:t>
            </a:r>
            <a:r>
              <a:rPr lang="en-GB"/>
              <a:t> CCTV, access control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Cybersecurity:</a:t>
            </a:r>
            <a:r>
              <a:rPr lang="en-GB"/>
              <a:t> Firewalls, encryption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Disaster Recovery:</a:t>
            </a:r>
            <a:r>
              <a:rPr lang="en-GB"/>
              <a:t> Backup and replication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Importance</a:t>
            </a:r>
            <a:r>
              <a:rPr lang="en-GB"/>
              <a:t>: Protect data integrity and availability.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Sustainability in Data Centers</a:t>
            </a:r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Challenges</a:t>
            </a:r>
            <a:r>
              <a:rPr lang="en-GB"/>
              <a:t>: High energy consumption.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Solutions: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 of renewable energy.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Efficient cooling systems.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Green certifications (LEED, Energy Star).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Case Study: Efficient Data Center Design</a:t>
            </a:r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body" idx="1"/>
          </p:nvPr>
        </p:nvSpPr>
        <p:spPr>
          <a:xfrm>
            <a:off x="311700" y="1216575"/>
            <a:ext cx="4797000" cy="33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Google’s Data Centers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Techniques</a:t>
            </a:r>
            <a:r>
              <a:rPr lang="en-GB"/>
              <a:t>: AI-based cooling, renewable energy use.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Outcome</a:t>
            </a:r>
            <a:r>
              <a:rPr lang="en-GB"/>
              <a:t>: Significant energy savings.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8700" y="1314375"/>
            <a:ext cx="3990750" cy="2505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Data centers are critical for modern IT infrastructure.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Design and efficiency directly impact performance and sustainability.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Understanding tier levels helps in planning for required uptime and redundancy.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11" y="1481328"/>
            <a:ext cx="3183323" cy="196784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65BD1-32AA-3181-1C5C-53DBDE46CBB2}"/>
              </a:ext>
            </a:extLst>
          </p:cNvPr>
          <p:cNvSpPr/>
          <p:nvPr/>
        </p:nvSpPr>
        <p:spPr>
          <a:xfrm>
            <a:off x="336177" y="2823883"/>
            <a:ext cx="4141694" cy="1062317"/>
          </a:xfrm>
          <a:prstGeom prst="rect">
            <a:avLst/>
          </a:prstGeom>
          <a:solidFill>
            <a:srgbClr val="FDFAF6"/>
          </a:solidFill>
          <a:ln>
            <a:solidFill>
              <a:srgbClr val="FDFAF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Amel</a:t>
            </a:r>
            <a:r>
              <a:rPr lang="en-IN" sz="2100" dirty="0">
                <a:solidFill>
                  <a:schemeClr val="accent6">
                    <a:lumMod val="50000"/>
                  </a:schemeClr>
                </a:solidFill>
              </a:rPr>
              <a:t> Online &amp; Irene </a:t>
            </a:r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magdalena</a:t>
            </a:r>
            <a:endParaRPr lang="en-IN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1EA26-4B72-7D8B-E260-D37DFC59B38C}"/>
              </a:ext>
            </a:extLst>
          </p:cNvPr>
          <p:cNvSpPr/>
          <p:nvPr/>
        </p:nvSpPr>
        <p:spPr>
          <a:xfrm>
            <a:off x="7631206" y="1"/>
            <a:ext cx="1512794" cy="1411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err="1" smtClean="0">
                <a:solidFill>
                  <a:schemeClr val="bg1"/>
                </a:solidFill>
              </a:rPr>
              <a:t>Amel</a:t>
            </a:r>
            <a:r>
              <a:rPr lang="en-US" sz="1050" dirty="0" smtClean="0">
                <a:solidFill>
                  <a:schemeClr val="bg1"/>
                </a:solidFill>
              </a:rPr>
              <a:t> </a:t>
            </a:r>
            <a:r>
              <a:rPr lang="en-US" sz="1050" dirty="0" err="1" smtClean="0">
                <a:solidFill>
                  <a:schemeClr val="bg1"/>
                </a:solidFill>
              </a:rPr>
              <a:t>charoline</a:t>
            </a:r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2"/>
              </a:rPr>
              <a:t>https://</a:t>
            </a:r>
            <a:r>
              <a:rPr lang="en-US" sz="600" dirty="0">
                <a:hlinkClick r:id="rId2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3228813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433</Words>
  <Application>Microsoft Office PowerPoint</Application>
  <PresentationFormat>On-screen Show (16:9)</PresentationFormat>
  <Paragraphs>94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 Light</vt:lpstr>
      <vt:lpstr>Calibri</vt:lpstr>
      <vt:lpstr>PT Sans Narrow</vt:lpstr>
      <vt:lpstr>맑은 고딕</vt:lpstr>
      <vt:lpstr>Arial</vt:lpstr>
      <vt:lpstr>Office Theme</vt:lpstr>
      <vt:lpstr>PowerPoint Presentation</vt:lpstr>
      <vt:lpstr>Data Centers</vt:lpstr>
      <vt:lpstr>PowerPoint Presentation</vt:lpstr>
      <vt:lpstr>PowerPoint Presentation</vt:lpstr>
      <vt:lpstr>Data Centers</vt:lpstr>
      <vt:lpstr>Key Components:</vt:lpstr>
      <vt:lpstr>Data Center Design Principles</vt:lpstr>
      <vt:lpstr>Data Center Architecture</vt:lpstr>
      <vt:lpstr>Power Efficiency in Data Centers</vt:lpstr>
      <vt:lpstr>Tier Levels of Data Centers</vt:lpstr>
      <vt:lpstr>Data Center Security</vt:lpstr>
      <vt:lpstr>Sustainability in Data Centers</vt:lpstr>
      <vt:lpstr>Case Study: Efficient Data Center Design</vt:lpstr>
      <vt:lpstr>Summary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2</cp:revision>
  <dcterms:modified xsi:type="dcterms:W3CDTF">2026-10-05T01:08:55Z</dcterms:modified>
</cp:coreProperties>
</file>