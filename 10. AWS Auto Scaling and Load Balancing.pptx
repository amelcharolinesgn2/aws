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5143500" type="screen16x9"/>
  <p:notesSz cx="6858000" cy="9144000"/>
  <p:embeddedFontLst>
    <p:embeddedFont>
      <p:font typeface="Open Sans" panose="020B0604020202020204" charset="0"/>
      <p:regular r:id="rId15"/>
      <p:bold r:id="rId16"/>
      <p:italic r:id="rId17"/>
      <p:boldItalic r:id="rId18"/>
    </p:embeddedFont>
    <p:embeddedFont>
      <p:font typeface="맑은 고딕" panose="020B0503020000020004" pitchFamily="34" charset="-127"/>
      <p:regular r:id="rId19"/>
      <p:bold r:id="rId20"/>
    </p:embeddedFont>
    <p:embeddedFont>
      <p:font typeface="PT Sans Narrow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98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86fabd203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86fabd203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86fabd203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86fabd203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86fabd203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86fabd203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86fabd203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86fabd203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86fabd203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86fabd203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86fabd203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86fabd203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86fabd20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86fabd20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86fabd203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86fabd203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86fabd203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86fabd203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6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lvl="0" algn="ctr"/>
            <a:r>
              <a:rPr lang="en-US" dirty="0"/>
              <a:t>AWS Auto Scaling and </a:t>
            </a:r>
          </a:p>
          <a:p>
            <a:pPr lvl="0" algn="ctr"/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82663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206781"/>
            <a:ext cx="7136700" cy="156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AWS Auto Scaling and 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Load Balancing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Optimizing Scalability and Availability in the Cloud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 Scaling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Load Balancing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Features and Benefits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How They Work Together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Cases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Real-World Examples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Demo (Optional)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Summary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 Scaling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30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Automatically adjusts the number of compute resources to meet demand.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Benefits: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Ensures application availability.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Reduces costs by scaling down during low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Improves performance during traffic spikes.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100" y="1304825"/>
            <a:ext cx="3313750" cy="2586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 Balancing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8500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Distributes incoming traffic</a:t>
            </a:r>
            <a:r>
              <a:rPr lang="en-GB"/>
              <a:t> across multiple resources to prevent overloading any single resource.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Types of Load Balancers in AWS: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Application Load Balancer (ALB):</a:t>
            </a:r>
            <a:r>
              <a:rPr lang="en-GB"/>
              <a:t> Layer 7 (HTTP/HTTPS) routing.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Network Load Balancer (NLB): </a:t>
            </a:r>
            <a:r>
              <a:rPr lang="en-GB"/>
              <a:t>Layer 4 (TCP/UDP) routing.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Classic Load Balancer:</a:t>
            </a:r>
            <a:r>
              <a:rPr lang="en-GB"/>
              <a:t> Legacy support for Layer 4 and 7.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4825" y="1211825"/>
            <a:ext cx="3040575" cy="29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Key Features and Benefits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Auto Scaling Features: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Dynamic Scaling:</a:t>
            </a:r>
            <a:r>
              <a:rPr lang="en-GB"/>
              <a:t> Automatically adjusts resources based on traffic.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Predictive Scaling: </a:t>
            </a:r>
            <a:r>
              <a:rPr lang="en-GB"/>
              <a:t>Uses machine learning to predict demand patterns.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Scheduled Scaling:</a:t>
            </a:r>
            <a:r>
              <a:rPr lang="en-GB"/>
              <a:t> Pre-defined scaling based on known traffic times.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Load Balancing Features: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Health Checks:</a:t>
            </a:r>
            <a:r>
              <a:rPr lang="en-GB"/>
              <a:t> Ensures traffic is sent only to healthy instances.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Sticky Sessions:</a:t>
            </a:r>
            <a:r>
              <a:rPr lang="en-GB"/>
              <a:t> Keeps user sessions connected to the same instance.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SSL Termination:</a:t>
            </a:r>
            <a:r>
              <a:rPr lang="en-GB"/>
              <a:t> Manages SSL decryption to offload instance workload.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Cross-Zone Load Balancing:</a:t>
            </a:r>
            <a:r>
              <a:rPr lang="en-GB"/>
              <a:t> Distributes traffic evenly across zones.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They Work Together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3341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Scenario</a:t>
            </a:r>
            <a:r>
              <a:rPr lang="en-GB"/>
              <a:t>: High traffic to a web application.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Load Balancer distributes traffic to multiple instances.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Auto Scaling adds more instances as traffic increases.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When traffic decreases, Auto Scaling reduces instances to save costs.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Outcome</a:t>
            </a:r>
            <a:r>
              <a:rPr lang="en-GB"/>
              <a:t>: Improved performance, reduced costs, and no downtime.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7500" y="764579"/>
            <a:ext cx="4486500" cy="3910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Case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1627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E-commerce Platforms:</a:t>
            </a:r>
            <a:r>
              <a:rPr lang="en-GB"/>
              <a:t> Handle seasonal traffic spikes during sales events.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Media Streaming: </a:t>
            </a:r>
            <a:r>
              <a:rPr lang="en-GB"/>
              <a:t>Maintain smooth streaming by scaling resources based on viewer demand.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Web Applications:</a:t>
            </a:r>
            <a:r>
              <a:rPr lang="en-GB"/>
              <a:t> Ensure high availability and seamless user experiences.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Example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Case Study: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A streaming service like Netflix uses </a:t>
            </a:r>
            <a:r>
              <a:rPr lang="en-GB" b="1"/>
              <a:t>Auto Scaling </a:t>
            </a:r>
            <a:r>
              <a:rPr lang="en-GB"/>
              <a:t>to dynamically allocate resources during new show launches.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 b="1"/>
              <a:t>Load Balancers</a:t>
            </a:r>
            <a:r>
              <a:rPr lang="en-GB"/>
              <a:t> ensure traffic is evenly distributed among servers to prevent crashes.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Metrics: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99.99% uptime.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Significant cost savings during off-peak hours.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Demo Step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Step 1: Create an Auto Scaling group in the AWS Management Console.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2: Attach an Application Load Balancer.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3: Configure </a:t>
            </a:r>
            <a:r>
              <a:rPr lang="en-GB" b="1"/>
              <a:t>scaling policies</a:t>
            </a:r>
            <a:r>
              <a:rPr lang="en-GB"/>
              <a:t> and </a:t>
            </a:r>
            <a:r>
              <a:rPr lang="en-GB" b="1"/>
              <a:t>health checks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 4: Monitor scaling activities in </a:t>
            </a:r>
            <a:r>
              <a:rPr lang="en-GB" b="1"/>
              <a:t>CloudWatch</a:t>
            </a:r>
            <a:r>
              <a:rPr lang="en-GB"/>
              <a:t>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 Scaling ensures cost-efficient scalability by adjusting resources dynamically.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Load Balancing enhances application availability and distributes traffic efficiently.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Together, they form the backbone of resilient cloud architectures.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4792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518</Words>
  <Application>Microsoft Office PowerPoint</Application>
  <PresentationFormat>On-screen Show (16:9)</PresentationFormat>
  <Paragraphs>88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Open Sans</vt:lpstr>
      <vt:lpstr>맑은 고딕</vt:lpstr>
      <vt:lpstr>PT Sans Narrow</vt:lpstr>
      <vt:lpstr>Arial</vt:lpstr>
      <vt:lpstr>Tropic</vt:lpstr>
      <vt:lpstr>PowerPoint Presentation</vt:lpstr>
      <vt:lpstr>AWS Auto Scaling and  Load Balancing</vt:lpstr>
      <vt:lpstr>Agenda</vt:lpstr>
      <vt:lpstr>Auto Scaling</vt:lpstr>
      <vt:lpstr>Load Balancing</vt:lpstr>
      <vt:lpstr> Key Features and Benefits</vt:lpstr>
      <vt:lpstr>How They Work Together</vt:lpstr>
      <vt:lpstr>Use Case</vt:lpstr>
      <vt:lpstr>Real-World Example</vt:lpstr>
      <vt:lpstr>Demo Step</vt:lpstr>
      <vt:lpstr>Summary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2026-10-05T01:14:10Z</dcterms:modified>
</cp:coreProperties>
</file>