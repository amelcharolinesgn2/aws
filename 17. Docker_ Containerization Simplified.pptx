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9144000" cy="5143500" type="screen16x9"/>
  <p:notesSz cx="6858000" cy="9144000"/>
  <p:embeddedFontLst>
    <p:embeddedFont>
      <p:font typeface="Open Sans" panose="020B0604020202020204" charset="0"/>
      <p:regular r:id="rId21"/>
      <p:bold r:id="rId22"/>
      <p:italic r:id="rId23"/>
      <p:boldItalic r:id="rId24"/>
    </p:embeddedFont>
    <p:embeddedFont>
      <p:font typeface="맑은 고딕" panose="020B0503020000020004" pitchFamily="34" charset="-127"/>
      <p:regular r:id="rId25"/>
      <p:bold r:id="rId26"/>
    </p:embeddedFont>
    <p:embeddedFont>
      <p:font typeface="PT Sans Narrow" panose="020B0604020202020204" charset="0"/>
      <p:regular r:id="rId27"/>
      <p:bold r:id="rId28"/>
    </p:embeddedFont>
    <p:embeddedFont>
      <p:font typeface="Space Mono" panose="020B0604020202020204" charset="0"/>
      <p:regular r:id="rId29"/>
      <p:bold r:id="rId30"/>
      <p:italic r:id="rId31"/>
      <p:boldItalic r:id="rId32"/>
    </p:embeddedFont>
    <p:embeddedFont>
      <p:font typeface="Roboto Mono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5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659f0bb8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659f0bb8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659f0bb8d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659f0bb8d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59f0bb8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659f0bb8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659f0bb8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659f0bb8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659f0bb8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659f0bb8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659f0bb8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659f0bb8d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659f0bb8d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659f0bb8d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659f0bb8d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659f0bb8d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659f0bb8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659f0bb8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659f0bb8d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659f0bb8d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659f0bb8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659f0bb8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659f0bb8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659f0bb8d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659f0bb8d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659f0bb8d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659f0bb8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659f0bb8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659f0bb8d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2659f0bb8d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52SmfrVctB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Docker: Containerization Simplified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56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534925" y="1751775"/>
            <a:ext cx="79821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Docker: Containerization Simplified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Docker's Role in Modern DevOps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Docker?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706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Docker</a:t>
            </a:r>
            <a:r>
              <a:rPr lang="en-GB"/>
              <a:t> is a platform for developing, shipping, and running applications inside lightweight, portable containers.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Containers </a:t>
            </a:r>
            <a:r>
              <a:rPr lang="en-GB" b="1"/>
              <a:t>package an application and its dependencies into a single unit </a:t>
            </a:r>
            <a:r>
              <a:rPr lang="en-GB"/>
              <a:t>that can run anywhere.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Unlike VMs, Docker containers </a:t>
            </a:r>
            <a:r>
              <a:rPr lang="en-GB" b="1"/>
              <a:t>share the host OS kernel</a:t>
            </a:r>
            <a:r>
              <a:rPr lang="en-GB"/>
              <a:t>, making them more lightweight and efficient.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000" y="1304825"/>
            <a:ext cx="2973599" cy="26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Components of Docker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Docker Engine:</a:t>
            </a:r>
            <a:r>
              <a:rPr lang="en-GB"/>
              <a:t> The core component that runs Docker containers.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Images: </a:t>
            </a:r>
            <a:r>
              <a:rPr lang="en-GB"/>
              <a:t>Read-only templates used to create containers.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Containers: </a:t>
            </a:r>
            <a:r>
              <a:rPr lang="en-GB"/>
              <a:t>The running instances of Docker images that can interact with other services.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Docker Hub: </a:t>
            </a:r>
            <a:r>
              <a:rPr lang="en-GB"/>
              <a:t>A registry of Docker images, where you can download and upload images.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Docker Compose:</a:t>
            </a:r>
            <a:r>
              <a:rPr lang="en-GB"/>
              <a:t> A tool for defining and running multi-container Docker applications.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 Architecture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1.Client-Server Architecture: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Docker Client: </a:t>
            </a:r>
            <a:r>
              <a:rPr lang="en-GB"/>
              <a:t>Users interact with the Docker client to issue commands (e.g., </a:t>
            </a: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docker run</a:t>
            </a:r>
            <a:r>
              <a:rPr lang="en-GB"/>
              <a:t>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Docker Daemon:</a:t>
            </a:r>
            <a:r>
              <a:rPr lang="en-GB"/>
              <a:t> The Docker Daemon runs in the background, managing containers and images.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2.Docker Registries:</a:t>
            </a:r>
            <a:r>
              <a:rPr lang="en-GB"/>
              <a:t> Docker images are stored in registries such as Docker Hub or private registries.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3.Communication:</a:t>
            </a:r>
            <a:r>
              <a:rPr lang="en-GB"/>
              <a:t> The Docker client communicates with the Docker daemon via REST API or UNIX sockets.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18" descr="This lesson steps through the basic docker platform architecture&#10;&#10;    Docker Engine&#10;    Docker Daemon&#10;    Docker Client (CLI and Desktop)&#10;    Docker Registry&#10;    Docker Images&#10;    Containers&#10;&#10;▶ Course Playlist : https://youtube.com/playlist?list=PLTk5ZYSbd9Mg51szw21_75Hs1xUpGObDm&#10;&#10;▶Github Repo for the course : https://github.com/acantril/docker-fundamentals (lesson files &amp; high res visuals etc)&#10;&#10;▶ Check out my full range of content at https://learn.cantrill.io &#10;▶ Join the best online technical study community https://techstudyslack.com &#10;&#10;FOLLOW ME 😺&#10;▶ Twitter: https://twitter.com/adriancantrill&#10;▶ YouTube: https://youtube.com/c/LearnCantrill&#10;&#10;OTHER VIDEOS AND PLAYLISTS 🎞&#10;&#10;▶ Network Fundamentals https://youtube.com/playlist?list=PLTk5ZYSbd9Mi_ya5tVFD8NFfU1YZOyml1&#10;▶ Technical Fundamentals https://youtube.com/playlist?list=PLTk5ZYSbd9Mh1mxFFu1Jx-g9VsdzQ0REW&#10;▶ AWS Fundamentals https://youtube.com/playlist?list=PLTk5ZYSbd9Mjb-NyMe6SRnq7a7MvYT-UZ&#10;▶ Course Intros https://youtube.com/playlist?list=PLTk5ZYSbd9MhvwZa0xC7UZwo8w6_3x_Fz&#10;▶ Exam Question Practice https://youtube.com/playlist?list=PLTk5ZYSbd9MiQezP_uOZMXJoXTo_U-5N4&#10;▶ MINI PROJECT - Hybrid DNS https://youtube.com/playlist?list=PLTk5ZYSbd9MjGUpHNvjhGiy2SESdYZwce&#10;▶ MINI PROJECT - Advanced VPN https://youtube.com/playlist?list=PLTk5ZYSbd9MgZSsa6-xdjy8lPvHzThnXo&#10;▶ MINI PROJECT - Pet Cuddle O Tron https://youtube.com/playlist?list=PLTk5ZYSbd9MgD5RMsUU-Vn5qRZY1A-UMU&#10;▶ MINI PROJECT - Web Identity Federation https://youtube.com/playlist?list=PLTk5ZYSbd9Mh_T2ymo5TAm-RqOamz59Gd&#10;▶ MINI PROJECT - Architecture Evolution https://youtube.com/playlist?list=PLTk5ZYSbd9MjCjCetLO8Uw5S6uytMe7Zc&#10;▶ MINI PROJECT - Cat Pipeline https://youtube.com/playlist?list=PLTk5ZYSbd9MgARTJHbAaRcGSn7EMfxRHm&#10;▶ Best Videos https://youtube.com/playlist?list=PLTk5ZYSbd9MiEjUe4eFc_qkCqzNgcA_Hs&#10;&#10;All rights reserved © 2022 Adrian Cantrill" title="Free Docker Fundamentals Course - Docker Architectur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50" y="51725"/>
            <a:ext cx="9052053" cy="50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823"/>
            <a:ext cx="9143999" cy="482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Docker Works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Build Process: </a:t>
            </a:r>
            <a:r>
              <a:rPr lang="en-GB"/>
              <a:t>Docker uses Dockerfiles to automate the process of building images.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Run Process:</a:t>
            </a:r>
            <a:r>
              <a:rPr lang="en-GB"/>
              <a:t> Containers are run from images, which include the application and its dependencies.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Isolation:</a:t>
            </a:r>
            <a:r>
              <a:rPr lang="en-GB"/>
              <a:t> Containers isolate processes from each other and from the host system, ensuring consistency across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Networking:</a:t>
            </a:r>
            <a:r>
              <a:rPr lang="en-GB"/>
              <a:t> Docker provides networking features to link containers together and manage their communication.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 Commands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build</a:t>
            </a: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Build an image from a Dockerfile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</a:t>
            </a: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   Run a container from an image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ps</a:t>
            </a: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     List running containers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stop</a:t>
            </a: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 Stop a running container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pull</a:t>
            </a: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 Download an image from Docker Hub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exec</a:t>
            </a: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 Execute a command inside a running container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Dockerfile Basics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13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Dockerfile: </a:t>
            </a:r>
            <a:r>
              <a:rPr lang="en-GB"/>
              <a:t>A text file containing instructions on how to build a Docker image.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Basic Syntax: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FROM</a:t>
            </a:r>
            <a:r>
              <a:rPr lang="en-GB"/>
              <a:t>: Specifies the base image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RUN</a:t>
            </a:r>
            <a:r>
              <a:rPr lang="en-GB"/>
              <a:t>: Executes commands inside the container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COPY</a:t>
            </a:r>
            <a:r>
              <a:rPr lang="en-GB"/>
              <a:t>: Copies files into the container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CMD</a:t>
            </a:r>
            <a:r>
              <a:rPr lang="en-GB"/>
              <a:t>: Specifies the command to run </a:t>
            </a:r>
            <a:r>
              <a:rPr lang="en-GB" b="1"/>
              <a:t>when the container starts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525" y="2201475"/>
            <a:ext cx="2897025" cy="20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 Images and Layers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Image Layers:</a:t>
            </a:r>
            <a:r>
              <a:rPr lang="en-GB"/>
              <a:t> Docker images are built in layers. Each layer represents a change made to the image.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Layer Caching:</a:t>
            </a:r>
            <a:r>
              <a:rPr lang="en-GB"/>
              <a:t> Docker caches layers to speed up image builds by reusing layers that haven't changed.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Image Size: </a:t>
            </a:r>
            <a:r>
              <a:rPr lang="en-GB"/>
              <a:t>Smaller images lead to faster deployments and less overhead.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Optimizing Dockerfiles: </a:t>
            </a:r>
            <a:r>
              <a:rPr lang="en-GB"/>
              <a:t>Combining commands and minimizing layers helps reduce image size.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 Networking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Network Types: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Bridge Network:</a:t>
            </a:r>
            <a:r>
              <a:rPr lang="en-GB"/>
              <a:t> Default network for containers on the same host.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Host Network:</a:t>
            </a:r>
            <a:r>
              <a:rPr lang="en-GB"/>
              <a:t> The container shares the host’s network stack.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None Network:</a:t>
            </a:r>
            <a:r>
              <a:rPr lang="en-GB"/>
              <a:t> No networking for the container.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Overlay Network:</a:t>
            </a:r>
            <a:r>
              <a:rPr lang="en-GB"/>
              <a:t> For multi-host networking in Docker Swarm or Kubernetes.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Port Mapping: </a:t>
            </a:r>
            <a:r>
              <a:rPr lang="en-GB"/>
              <a:t>Expose container ports to communicate with external applications.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50" y="152400"/>
            <a:ext cx="786780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 Compose</a:t>
            </a: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0618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 is Docker Compose?:</a:t>
            </a:r>
            <a:r>
              <a:rPr lang="en-GB"/>
              <a:t> A tool for defining and running multi-container Docker applications.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docker-compose.yml: </a:t>
            </a:r>
            <a:r>
              <a:rPr lang="en-GB"/>
              <a:t>The configuration file where you define services, networks, and volumes.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Common Commands: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Space Mono"/>
                <a:ea typeface="Space Mono"/>
                <a:cs typeface="Space Mono"/>
                <a:sym typeface="Space Mono"/>
              </a:rPr>
              <a:t>docker-compose up</a:t>
            </a:r>
            <a:r>
              <a:rPr lang="en-GB" b="1"/>
              <a:t>:</a:t>
            </a:r>
            <a:r>
              <a:rPr lang="en-GB"/>
              <a:t> Starts all services defined in the Compose file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Space Mono"/>
                <a:ea typeface="Space Mono"/>
                <a:cs typeface="Space Mono"/>
                <a:sym typeface="Space Mono"/>
              </a:rPr>
              <a:t>docker-compose down</a:t>
            </a:r>
            <a:r>
              <a:rPr lang="en-GB" b="1"/>
              <a:t>: </a:t>
            </a:r>
            <a:r>
              <a:rPr lang="en-GB"/>
              <a:t>Stops all services and removes containers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500" y="1304825"/>
            <a:ext cx="2618100" cy="244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 in DevOps and CI/CD</a:t>
            </a:r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DevOps and Docker: </a:t>
            </a:r>
            <a:r>
              <a:rPr lang="en-GB"/>
              <a:t>Docker helps streamline the development pipeline by providing </a:t>
            </a:r>
            <a:r>
              <a:rPr lang="en-GB" b="1"/>
              <a:t>consistent environments </a:t>
            </a:r>
            <a:r>
              <a:rPr lang="en-GB"/>
              <a:t>from development to production.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Continuous Integration (CI):</a:t>
            </a:r>
            <a:r>
              <a:rPr lang="en-GB"/>
              <a:t> Build, test, and deploy Docker images as part of the CI pipeline.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Continuous Deployment (CD): </a:t>
            </a:r>
            <a:r>
              <a:rPr lang="en-GB"/>
              <a:t>Automate the deployment of Docker containers to production environments.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Popular CI/CD Tools: </a:t>
            </a:r>
            <a:r>
              <a:rPr lang="en-GB"/>
              <a:t>Jenkins, GitLab CI, CircleCI, and GitHub Actions.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 for Docker</a:t>
            </a:r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Keep Images Small: </a:t>
            </a:r>
            <a:r>
              <a:rPr lang="en-GB"/>
              <a:t>Use minimal base images to reduce overhead.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Use Multi-stage Builds: </a:t>
            </a:r>
            <a:r>
              <a:rPr lang="en-GB"/>
              <a:t>Separate the build and runtime environments to optimize image size.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Limit Container Privileges:</a:t>
            </a:r>
            <a:r>
              <a:rPr lang="en-GB"/>
              <a:t> Use Docker’s security features to limit access and reduce vulnerabilities.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Monitor and Log:</a:t>
            </a:r>
            <a:r>
              <a:rPr lang="en-GB"/>
              <a:t> Use tools like Docker stats and logging drivers to monitor containers.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002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779</Words>
  <Application>Microsoft Office PowerPoint</Application>
  <PresentationFormat>On-screen Show (16:9)</PresentationFormat>
  <Paragraphs>92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Open Sans</vt:lpstr>
      <vt:lpstr>맑은 고딕</vt:lpstr>
      <vt:lpstr>PT Sans Narrow</vt:lpstr>
      <vt:lpstr>Space Mono</vt:lpstr>
      <vt:lpstr>Arial</vt:lpstr>
      <vt:lpstr>Roboto Mono</vt:lpstr>
      <vt:lpstr>Tropic</vt:lpstr>
      <vt:lpstr>PowerPoint Presentation</vt:lpstr>
      <vt:lpstr>Docker: Containerization Simplified</vt:lpstr>
      <vt:lpstr>What is Docker?</vt:lpstr>
      <vt:lpstr>Key Components of Docker</vt:lpstr>
      <vt:lpstr>PowerPoint Presentation</vt:lpstr>
      <vt:lpstr>Docker Architecture</vt:lpstr>
      <vt:lpstr>PowerPoint Presentation</vt:lpstr>
      <vt:lpstr>PowerPoint Presentation</vt:lpstr>
      <vt:lpstr>How Docker Works</vt:lpstr>
      <vt:lpstr>Docker Commands</vt:lpstr>
      <vt:lpstr>Dockerfile Basics</vt:lpstr>
      <vt:lpstr>Docker Images and Layers</vt:lpstr>
      <vt:lpstr>Docker Networking</vt:lpstr>
      <vt:lpstr>PowerPoint Presentation</vt:lpstr>
      <vt:lpstr>Docker Compose</vt:lpstr>
      <vt:lpstr>Docker in DevOps and CI/CD</vt:lpstr>
      <vt:lpstr>Best Practices for Docker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2026-10-05T01:16:28Z</dcterms:modified>
</cp:coreProperties>
</file>