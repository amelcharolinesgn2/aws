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Open Sans" panose="020B0604020202020204" charset="0"/>
      <p:regular r:id="rId17"/>
      <p:bold r:id="rId18"/>
      <p:italic r:id="rId19"/>
      <p:boldItalic r:id="rId20"/>
    </p:embeddedFont>
    <p:embeddedFont>
      <p:font typeface="맑은 고딕" panose="020B0503020000020004" pitchFamily="34" charset="-127"/>
      <p:regular r:id="rId21"/>
      <p:bold r:id="rId22"/>
    </p:embeddedFont>
    <p:embeddedFont>
      <p:font typeface="PT Sans Narrow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61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bebdf358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bebdf358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bebdf358b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bebdf358b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bebdf358b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bebdf358b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bebdf358b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bebdf358b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bebdf358b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bebdf358b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bebdf358b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1bebdf358b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bebdf358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bebdf358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bebdf358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1bebdf358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bebdf358b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bebdf358b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bebdf358b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bebdf358b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bebdf358b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1bebdf358b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79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Challenges and Risks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22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158181"/>
            <a:ext cx="7136700" cy="161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Challenges and Risks in Cloud Computing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Vendor Lock-in, Downtime, Data Privacy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 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By the end of this class, we will be able to: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/>
              <a:t>Identify the main challenges and risks associated with cloud computing.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/>
              <a:t>Explain key issues like vendor lock-in, downtime, and data privacy.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/>
              <a:t>Discuss strategies to mitigate these risks in cloud environments.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Overview of Challenges and Risks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Challenges: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Vendor Lock-in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Downtime and Availability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Data Privacy and Security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Compliance and Regulatory Issues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Performance and Latency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Cost Management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43434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Vendor Lock-in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Definition</a:t>
            </a:r>
            <a:r>
              <a:rPr lang="en-GB"/>
              <a:t>: Difficulty in migrating from one cloud provider to another due to proprietary services, APIs, or data formats.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Impact:</a:t>
            </a:r>
            <a:r>
              <a:rPr lang="en-GB"/>
              <a:t> Limited flexibility and higher switching costs.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Example</a:t>
            </a:r>
            <a:r>
              <a:rPr lang="en-GB"/>
              <a:t>: AWS Lambda’s proprietary functions can make it difficult to migrate to Azure Functions.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Mitigation Strategies: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Use open standards and interoperable services.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Implement multi-cloud strategies to avoid dependence on a single vendor.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Downtime and Availability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Definition</a:t>
            </a:r>
            <a:r>
              <a:rPr lang="en-GB"/>
              <a:t>: Periods when cloud services are unavailable, leading to disruptions in business operations.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Real-World Example</a:t>
            </a:r>
            <a:r>
              <a:rPr lang="en-GB"/>
              <a:t>: AWS outage in 2020 impacted major platforms like Netflix, Slack, and Twitch.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Mitigation Strategies: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Utilize multiple availability zones or regions.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Implement failover and disaster recovery solutions.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Service Level Agreements (SLAs) to ensure uptime guarantees.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Data Privacy and Security Risks</a:t>
            </a: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Key Issues: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Unauthorized access to sensitive data.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Data breaches due to misconfigured storage (e.g., S3 buckets).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Insider threats and vulnerabilities in multi-tenant environments.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Mitigation Strategies: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Implement robust encryption for data at rest and in transit.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multi-factor authentication (MFA) and Identity and Access Management (IAM).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Regularly audit and monitor for unusual activities.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Compliance and Regulatory Challenges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Overview</a:t>
            </a:r>
            <a:r>
              <a:rPr lang="en-GB"/>
              <a:t>: Ensuring cloud services comply with legal regulations like GDPR, HIPAA, and PCI-DSS.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Challenges</a:t>
            </a:r>
            <a:r>
              <a:rPr lang="en-GB"/>
              <a:t>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Data sovereignty: Where data is stored and processed.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Meeting industry-specific compliance requirements.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Mitigation Strategies: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Choose cloud providers that offer compliance certifications.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Understand the shared responsibility model for cloud compliance.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Performance and Latency Issues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Definition</a:t>
            </a:r>
            <a:r>
              <a:rPr lang="en-GB"/>
              <a:t>: Delays in data processing and delivery due to geographical distances and network limitations.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Impact</a:t>
            </a:r>
            <a:r>
              <a:rPr lang="en-GB"/>
              <a:t>: Affects user experience in latency-sensitive applications like video streaming and gaming.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Mitigation Strategies: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Content Delivery Networks (CDNs) to cache data closer to users.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Optimize application architecture for cloud environments.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 Cost Management Challenges</a:t>
            </a:r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Key Issues: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Unpredictable costs due to dynamic resource scaling.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Overspending on unused or underutilized resources.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Mitigation Strategies: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Implement cost monitoring tools like AWS Cost Explorer or Azure Cost Management.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reserved instances or savings plans for predictable workloads.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Regularly review and optimize resource allocation.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Real-World Case Study</a:t>
            </a:r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Case</a:t>
            </a:r>
            <a:r>
              <a:rPr lang="en-GB"/>
              <a:t>: Capital One Data Breach (2019)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Incident</a:t>
            </a:r>
            <a:r>
              <a:rPr lang="en-GB"/>
              <a:t>: Misconfigured firewall exposed sensitive customer data on AWS.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Impact</a:t>
            </a:r>
            <a:r>
              <a:rPr lang="en-GB"/>
              <a:t>: Data breach affected over 100 million customers.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Lessons Learned: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Importance of proper configuration and continuous monitoring.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Need for comprehensive security policies in cloud environments.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 of Key Points</a:t>
            </a:r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Cloud Challenges and Risks: Vendor lock-in, downtime, data privacy, compliance, and cost management.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Effective mitigation strategies include multi-cloud adoption, robust security measures, cost control, and using open standards.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Understanding and planning for these challenges are essential for successful cloud adoption.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Class Preview</a:t>
            </a:r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Next Topic: Cloud Service Models (IaaS, PaaS, SaaS)</a:t>
            </a:r>
            <a:endParaRPr/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Deep dive into infrastructure, platform, and software services.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2403968" y="2658239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26379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3887</TotalTime>
  <Words>688</Words>
  <Application>Microsoft Office PowerPoint</Application>
  <PresentationFormat>On-screen Show (16:9)</PresentationFormat>
  <Paragraphs>100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Open Sans</vt:lpstr>
      <vt:lpstr>맑은 고딕</vt:lpstr>
      <vt:lpstr>PT Sans Narrow</vt:lpstr>
      <vt:lpstr>Arial</vt:lpstr>
      <vt:lpstr>Tropic</vt:lpstr>
      <vt:lpstr>PowerPoint Presentation</vt:lpstr>
      <vt:lpstr>Challenges and Risks in Cloud Computing</vt:lpstr>
      <vt:lpstr>Objectives </vt:lpstr>
      <vt:lpstr>Overview of Challenges and Risks</vt:lpstr>
      <vt:lpstr>Vendor Lock-in</vt:lpstr>
      <vt:lpstr>2. Downtime and Availability</vt:lpstr>
      <vt:lpstr>3. Data Privacy and Security Risks</vt:lpstr>
      <vt:lpstr>4. Compliance and Regulatory Challenges</vt:lpstr>
      <vt:lpstr>5. Performance and Latency Issues</vt:lpstr>
      <vt:lpstr>6. Cost Management Challenges</vt:lpstr>
      <vt:lpstr>Real-World Case Study</vt:lpstr>
      <vt:lpstr>Summary of Key Points</vt:lpstr>
      <vt:lpstr>Next Class Preview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2026-10-05T01:41:55Z</dcterms:modified>
</cp:coreProperties>
</file>