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5143500" type="screen16x9"/>
  <p:notesSz cx="6858000" cy="9144000"/>
  <p:embeddedFontLst>
    <p:embeddedFont>
      <p:font typeface="Open Sans" panose="020B0604020202020204" charset="0"/>
      <p:regular r:id="rId17"/>
      <p:bold r:id="rId18"/>
      <p:italic r:id="rId19"/>
      <p:boldItalic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PT Sans Narrow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23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0813bcec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0813bcec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0813bcec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0813bcec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0813bcec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0813bcec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0813bcec2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0813bcec2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0813bcec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0813bcec2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0813bcec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0813bcec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0813bcec2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0813bcec2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0813bcec2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0813bcec2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0813bcec2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0813bcec2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0813bcec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0813bcec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0813bcec2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0813bcec2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381110" y="2377786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AWS IAM (Identity and Access Management)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09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235925"/>
            <a:ext cx="7732800" cy="15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AWS IAM (Identity and Access Management)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AWS Resources with Roles, Policies, and Permissions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Understand the purpose of IAM in AWS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Learn key IAM components: Users, Groups, Roles, and Policies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Explore IAM security best practices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Hands-on: Creating and managing IAM entities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IAM?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Definition</a:t>
            </a:r>
            <a:r>
              <a:rPr lang="en-GB"/>
              <a:t>: IAM allows secure management of access to AWS services and resources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Features: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Manage users and their access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Granular permissions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Identity federation for external access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Free service (pay only for used AWS resources)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IAM Concepts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926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Users</a:t>
            </a:r>
            <a:r>
              <a:rPr lang="en-GB"/>
              <a:t>: Individual identities with credentials to access AWS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Groups</a:t>
            </a:r>
            <a:r>
              <a:rPr lang="en-GB"/>
              <a:t>: Collections of users sharing the same permissions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Roles</a:t>
            </a:r>
            <a:r>
              <a:rPr lang="en-GB"/>
              <a:t>: Temporary access to AWS resources, used by applications or services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Policies</a:t>
            </a:r>
            <a:r>
              <a:rPr lang="en-GB"/>
              <a:t>: JSON documents defining permissions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600" y="1304825"/>
            <a:ext cx="3753001" cy="27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IAM Policies Explained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79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Types of Policies: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AWS Managed Policies (predefined)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Customer Managed Policies (customizable)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Inline Policies (attached directly to an entity)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Structure: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Actions: What can be done (e.g., s3:ListBucket)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Resources: Where the action is applied (e.g., arn:aws:s3:::bucket-name)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Effect: Allow or Deny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200" y="1304825"/>
            <a:ext cx="3500400" cy="303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IAM Components Relationship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539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Diagram showing how users, groups, roles, and policies interact: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Users belong to groups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Groups have attached policies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Roles are assumed by users or AWS services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050" y="1304825"/>
            <a:ext cx="3277549" cy="252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158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Hands-On: Creating an IAM User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830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Objective</a:t>
            </a:r>
            <a:r>
              <a:rPr lang="en-GB"/>
              <a:t>: Create a user with specific permissions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Steps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Go to the IAM Dashboard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Click "Add User"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Assign access type (console or programmatic)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Attach a policy (e.g., AmazonS3ReadOnlyAccess)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Download the access credentials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600" y="1479725"/>
            <a:ext cx="2697000" cy="151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Hands-On: Creating a Group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509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Objective</a:t>
            </a:r>
            <a:r>
              <a:rPr lang="en-GB"/>
              <a:t>: Create a group with shared permissions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Steps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 a group in IAM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Attach a policy (e.g., AmazonEC2FullAccess)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Add users to the group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700" y="1304825"/>
            <a:ext cx="4170899" cy="261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Hands-On: Creating a Role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461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Objective</a:t>
            </a:r>
            <a:r>
              <a:rPr lang="en-GB"/>
              <a:t>: Grant temporary access to a service (e.g., EC2 accessing S3)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Steps: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Create a role in IAM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Select a use case (e.g., AWS Service &gt; EC2)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Attach a policy (e.g., AmazonS3FullAccess)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Assign the role to an EC2 instance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6425" y="1771275"/>
            <a:ext cx="3066300" cy="1425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IAM Security Best Practices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 Multi-Factor Authentication (</a:t>
            </a:r>
            <a:r>
              <a:rPr lang="en-GB" b="1"/>
              <a:t>MFA</a:t>
            </a:r>
            <a:r>
              <a:rPr lang="en-GB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Follow the principle of least privilege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Rotate access keys regularly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IAM roles instead of sharing credentials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Monitor activity with </a:t>
            </a:r>
            <a:r>
              <a:rPr lang="en-GB" b="1"/>
              <a:t>CloudTrail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Use Cases</a:t>
            </a:r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Developers</a:t>
            </a:r>
            <a:r>
              <a:rPr lang="en-GB"/>
              <a:t>: Programmatic access to deploy applications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Administrators</a:t>
            </a:r>
            <a:r>
              <a:rPr lang="en-GB"/>
              <a:t>: Manage accounts, services, and users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Applications</a:t>
            </a:r>
            <a:r>
              <a:rPr lang="en-GB"/>
              <a:t>: Access S3, DynamoDB, or other resources using roles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IAM is essential for securing AWS resources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components: Users, Groups, Roles, and Policies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Always implement security best practices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16716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529</Words>
  <Application>Microsoft Office PowerPoint</Application>
  <PresentationFormat>On-screen Show (16:9)</PresentationFormat>
  <Paragraphs>96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Open Sans</vt:lpstr>
      <vt:lpstr>맑은 고딕</vt:lpstr>
      <vt:lpstr>PT Sans Narrow</vt:lpstr>
      <vt:lpstr>Arial</vt:lpstr>
      <vt:lpstr>Tropic</vt:lpstr>
      <vt:lpstr>PowerPoint Presentation</vt:lpstr>
      <vt:lpstr> AWS IAM (Identity and Access Management)</vt:lpstr>
      <vt:lpstr>Objectives</vt:lpstr>
      <vt:lpstr>What is IAM?</vt:lpstr>
      <vt:lpstr>Key IAM Concepts  </vt:lpstr>
      <vt:lpstr>IAM Policies Explained</vt:lpstr>
      <vt:lpstr>IAM Components Relationship</vt:lpstr>
      <vt:lpstr>Hands-On: Creating an IAM User</vt:lpstr>
      <vt:lpstr>Hands-On: Creating a Group</vt:lpstr>
      <vt:lpstr>Hands-On: Creating a Role</vt:lpstr>
      <vt:lpstr>IAM Security Best Practices</vt:lpstr>
      <vt:lpstr>Real-World Use Cases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2026-10-05T01:39:34Z</dcterms:modified>
</cp:coreProperties>
</file>