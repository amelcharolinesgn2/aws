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7"/>
      <p: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T Sans Narrow" panose="020B0604020202020204" charset="0"/>
      <p:regular r:id="rId23"/>
      <p:bold r:id="rId24"/>
    </p:embeddedFont>
    <p:embeddedFont>
      <p:font typeface="맑은 고딕" panose="020B0503020000020004" pitchFamily="34" charset="-12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74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34afcd14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34afcd14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34afcd14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34afcd14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34afcd14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34afcd14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34afcd14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34afcd14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34afcd149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34afcd149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34afcd149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34afcd149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34afcd14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34afcd14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34afcd149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34afcd149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34afcd14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34afcd14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34afcd149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34afcd149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34afcd14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34afcd14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0479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8787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5028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5857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6004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04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8583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3887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2609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1789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089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69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AWS SES (Simple Email Service)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8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3650" y="1742039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AWS SES (Simple Email Service)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957350" y="2850050"/>
            <a:ext cx="5229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Email Sending Simplified with AWS</a:t>
            </a: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25" y="-43875"/>
            <a:ext cx="7933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Amazon SES?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4400"/>
            <a:ext cx="5122200" cy="3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cloud-based </a:t>
            </a:r>
            <a:r>
              <a:rPr lang="en-GB" b="1"/>
              <a:t>email sending service</a:t>
            </a:r>
            <a:r>
              <a:rPr lang="en-GB"/>
              <a:t> for sending transactional and marketing emails.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Features: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High deliverability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Scalable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Reliable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Use Cases: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Notifications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Marketing campaigns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Transactional emails (e.g., OTPs)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475" y="1557875"/>
            <a:ext cx="2344475" cy="24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Amazon SES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640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Highly scalable and cost-effective.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for bulk and transactional emails.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Built-in analytics (open, click-through, and bounce rates).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Integration with other AWS services like </a:t>
            </a:r>
            <a:r>
              <a:rPr lang="en-GB" b="1"/>
              <a:t>Lambda and SNS.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/>
            </a:r>
            <a:br>
              <a:rPr lang="en-GB" sz="1500"/>
            </a:br>
            <a:endParaRPr sz="1500"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300" y="1225825"/>
            <a:ext cx="3352923" cy="27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Amazon SES Works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01800"/>
            <a:ext cx="8565300" cy="3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Basic flow: Verify domain/email → Create SMTP credentials → Send email.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Identity types: Domain vs. Email Address.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Authentication methods: SPF, DKIM, and DMARC.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b="1"/>
              <a:t>DKIM</a:t>
            </a:r>
            <a:r>
              <a:rPr lang="en-GB" sz="1300"/>
              <a:t> ensures that an </a:t>
            </a:r>
            <a:r>
              <a:rPr lang="en-GB" sz="1300" b="1"/>
              <a:t>email has not been altered</a:t>
            </a:r>
            <a:r>
              <a:rPr lang="en-GB" sz="1300"/>
              <a:t> in transit and verifies the sender's authenticity by attaching a cryptographic signature.</a:t>
            </a:r>
            <a:endParaRPr sz="13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300" b="1"/>
              <a:t>SPF</a:t>
            </a:r>
            <a:r>
              <a:rPr lang="en-GB" sz="1300"/>
              <a:t> allows the </a:t>
            </a:r>
            <a:r>
              <a:rPr lang="en-GB" sz="1300" b="1"/>
              <a:t>domain owner to specify which mail servers are authorized</a:t>
            </a:r>
            <a:r>
              <a:rPr lang="en-GB" sz="1300"/>
              <a:t> to send emails on behalf of their domain.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b="1"/>
              <a:t>DMARC</a:t>
            </a:r>
            <a:r>
              <a:rPr lang="en-GB" sz="1300"/>
              <a:t> (Domain-based Message Authentication, Reporting, and Conformance) is an email authentication protocol designed to protect your domain from spoofing and </a:t>
            </a:r>
            <a:r>
              <a:rPr lang="en-GB" sz="1300" b="1"/>
              <a:t>phishing attacks</a:t>
            </a:r>
            <a:r>
              <a:rPr lang="en-GB" sz="1300"/>
              <a:t>. It builds on SPF and DKIM to provide a policy framework for email authentication and reporting.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Sending Emails with AWS 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911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Sending emails via SMTP Interface.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AWS SDKs (e.g., Boto3 for Python).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Limits and quotas.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300" y="1304825"/>
            <a:ext cx="3768300" cy="28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683"/>
            <a:ext cx="9143999" cy="501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 Pricing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586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Emails sent: $0.10 per 1,000 emails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Attachments: Cost for data transfer applies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Free Tier: 62,000 emails per month </a:t>
            </a:r>
            <a:r>
              <a:rPr lang="en-GB"/>
              <a:t>when sent from an EC2 instance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700" y="1332250"/>
            <a:ext cx="4262250" cy="18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 Best Practices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313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DKIM and SPF for email authentication.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Monitor bounce and complaint rates.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Regularly review email metrics.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IAM for access control.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7400" y="1304825"/>
            <a:ext cx="3214200" cy="269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Question: Sending Bulk Emails to Customers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have an e-commerce website and need to send order confirmation emails to thousands of customers every day. You’ve decided to use AWS SES for this purpose.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What steps would you take to configure SES to handle these bulk emails effectively?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would you ensure that your emails are successfully delivered and avoid being marked as spam?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would you monitor and handle bounce rates or complaints using AWS SES?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40"/>
              <a:t>Steps to handle these bulk emails effectively</a:t>
            </a:r>
            <a:endParaRPr sz="284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Setup Sender Identity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Request Production Access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IAM for Access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Manage Quotas and Limits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Configure Sending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Leverage SNS for Feedback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 Performance</a:t>
            </a:r>
            <a:br>
              <a:rPr lang="en-GB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It is never too late to be what you might have bees</a:t>
            </a:r>
            <a:b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</a:b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by: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Amel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and Irene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5278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504</Words>
  <Application>Microsoft Office PowerPoint</Application>
  <PresentationFormat>On-screen Show (16:9)</PresentationFormat>
  <Paragraphs>81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 Light</vt:lpstr>
      <vt:lpstr>Calibri</vt:lpstr>
      <vt:lpstr>PT Sans Narrow</vt:lpstr>
      <vt:lpstr>맑은 고딕</vt:lpstr>
      <vt:lpstr>Arial</vt:lpstr>
      <vt:lpstr>Office Theme</vt:lpstr>
      <vt:lpstr>PowerPoint Presentation</vt:lpstr>
      <vt:lpstr>AWS SES (Simple Email Service)</vt:lpstr>
      <vt:lpstr>PowerPoint Presentation</vt:lpstr>
      <vt:lpstr>What is Amazon SES?</vt:lpstr>
      <vt:lpstr>Key Features of Amazon SES</vt:lpstr>
      <vt:lpstr>How Amazon SES Works</vt:lpstr>
      <vt:lpstr>Sending Emails with AWS SES  </vt:lpstr>
      <vt:lpstr>PowerPoint Presentation</vt:lpstr>
      <vt:lpstr>SES Pricing</vt:lpstr>
      <vt:lpstr>SES Best Practices</vt:lpstr>
      <vt:lpstr>Question: Sending Bulk Emails to Customers</vt:lpstr>
      <vt:lpstr>Steps to handle these bulk emails effectively</vt:lpstr>
      <vt:lpstr>It is never too late to be what you might have bees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2026-10-05T01:11:16Z</dcterms:modified>
</cp:coreProperties>
</file>